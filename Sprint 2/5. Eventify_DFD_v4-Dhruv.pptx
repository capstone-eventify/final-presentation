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57" r:id="rId4"/>
    <p:sldId id="266" r:id="rId5"/>
    <p:sldId id="259" r:id="rId6"/>
    <p:sldId id="267" r:id="rId7"/>
    <p:sldId id="260" r:id="rId8"/>
    <p:sldId id="268" r:id="rId9"/>
    <p:sldId id="262" r:id="rId10"/>
    <p:sldId id="269" r:id="rId11"/>
    <p:sldId id="263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8"/>
  </p:normalViewPr>
  <p:slideViewPr>
    <p:cSldViewPr snapToGrid="0" snapToObjects="1">
      <p:cViewPr varScale="1">
        <p:scale>
          <a:sx n="103" d="100"/>
          <a:sy n="103" d="100"/>
        </p:scale>
        <p:origin x="9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6453C-7437-40B6-A7C2-D23F4EA09978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20EE1-2B21-4AA9-8CBB-23DF25AB1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76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D20EE1-2B21-4AA9-8CBB-23DF25AB11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23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1688" y="816186"/>
            <a:ext cx="38908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Eventify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02.01 Search and Filter – DF-In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69330" y="2288539"/>
            <a:ext cx="1780444" cy="7315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02.01 Search and Filter Functionality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335331-0D09-9AC2-8153-26692C9E15DA}"/>
              </a:ext>
            </a:extLst>
          </p:cNvPr>
          <p:cNvCxnSpPr>
            <a:cxnSpLocks/>
          </p:cNvCxnSpPr>
          <p:nvPr/>
        </p:nvCxnSpPr>
        <p:spPr>
          <a:xfrm flipV="1">
            <a:off x="2448560" y="2654298"/>
            <a:ext cx="1220770" cy="5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4473AE4-38F0-8608-BDE9-5CDF41BEDD71}"/>
              </a:ext>
            </a:extLst>
          </p:cNvPr>
          <p:cNvSpPr/>
          <p:nvPr/>
        </p:nvSpPr>
        <p:spPr>
          <a:xfrm>
            <a:off x="6527853" y="2294155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02.02 View Event Details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F67AF5-044A-F25E-9BC2-337648879EAB}"/>
              </a:ext>
            </a:extLst>
          </p:cNvPr>
          <p:cNvSpPr txBox="1"/>
          <p:nvPr/>
        </p:nvSpPr>
        <p:spPr>
          <a:xfrm>
            <a:off x="5567851" y="2352138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DF-in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B80E85-EF8B-4261-74F1-0B2370B11765}"/>
              </a:ext>
            </a:extLst>
          </p:cNvPr>
          <p:cNvSpPr/>
          <p:nvPr/>
        </p:nvSpPr>
        <p:spPr>
          <a:xfrm>
            <a:off x="802640" y="2288539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01.01 Register User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9F6CA1-9C18-9B1B-3209-6AB20A01F8E0}"/>
              </a:ext>
            </a:extLst>
          </p:cNvPr>
          <p:cNvSpPr/>
          <p:nvPr/>
        </p:nvSpPr>
        <p:spPr>
          <a:xfrm>
            <a:off x="802640" y="4033418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01.04 Manage Profile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BB068B8-E31E-B786-3E84-D88DDD5C5B22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5435600" y="2659914"/>
            <a:ext cx="109225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3A9BA8-0D8F-05A7-A368-FDCF04EF1DDD}"/>
              </a:ext>
            </a:extLst>
          </p:cNvPr>
          <p:cNvCxnSpPr>
            <a:stCxn id="18" idx="2"/>
            <a:endCxn id="28" idx="0"/>
          </p:cNvCxnSpPr>
          <p:nvPr/>
        </p:nvCxnSpPr>
        <p:spPr>
          <a:xfrm>
            <a:off x="1625600" y="3020059"/>
            <a:ext cx="0" cy="1013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929FC7D-804C-18B9-CB39-667D03FE7D03}"/>
              </a:ext>
            </a:extLst>
          </p:cNvPr>
          <p:cNvSpPr txBox="1"/>
          <p:nvPr/>
        </p:nvSpPr>
        <p:spPr>
          <a:xfrm>
            <a:off x="2393856" y="2352139"/>
            <a:ext cx="1275474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Session/Role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FB0B537-3754-F9CA-E335-8FE5011FC9E0}"/>
              </a:ext>
            </a:extLst>
          </p:cNvPr>
          <p:cNvSpPr/>
          <p:nvPr/>
        </p:nvSpPr>
        <p:spPr>
          <a:xfrm>
            <a:off x="7281333" y="685800"/>
            <a:ext cx="524934" cy="2963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2F45EB-0151-F603-0EAF-54E3034E41F4}"/>
              </a:ext>
            </a:extLst>
          </p:cNvPr>
          <p:cNvSpPr txBox="1"/>
          <p:nvPr/>
        </p:nvSpPr>
        <p:spPr>
          <a:xfrm>
            <a:off x="7806267" y="685800"/>
            <a:ext cx="1080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3215" y="816186"/>
            <a:ext cx="396775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Physical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Eventify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02.01 Search and Filter – DF-In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69330" y="2288539"/>
            <a:ext cx="1780444" cy="7315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02.01 Search and Filter Functionality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335331-0D09-9AC2-8153-26692C9E15DA}"/>
              </a:ext>
            </a:extLst>
          </p:cNvPr>
          <p:cNvCxnSpPr>
            <a:cxnSpLocks/>
          </p:cNvCxnSpPr>
          <p:nvPr/>
        </p:nvCxnSpPr>
        <p:spPr>
          <a:xfrm flipV="1">
            <a:off x="2448560" y="2654298"/>
            <a:ext cx="1220770" cy="5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4473AE4-38F0-8608-BDE9-5CDF41BEDD71}"/>
              </a:ext>
            </a:extLst>
          </p:cNvPr>
          <p:cNvSpPr/>
          <p:nvPr/>
        </p:nvSpPr>
        <p:spPr>
          <a:xfrm>
            <a:off x="6527853" y="2294155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02.02 View Event Details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F67AF5-044A-F25E-9BC2-337648879EAB}"/>
              </a:ext>
            </a:extLst>
          </p:cNvPr>
          <p:cNvSpPr txBox="1"/>
          <p:nvPr/>
        </p:nvSpPr>
        <p:spPr>
          <a:xfrm>
            <a:off x="5567851" y="2352138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DF-in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B80E85-EF8B-4261-74F1-0B2370B11765}"/>
              </a:ext>
            </a:extLst>
          </p:cNvPr>
          <p:cNvSpPr/>
          <p:nvPr/>
        </p:nvSpPr>
        <p:spPr>
          <a:xfrm>
            <a:off x="802640" y="2288539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01.01 Register User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9F6CA1-9C18-9B1B-3209-6AB20A01F8E0}"/>
              </a:ext>
            </a:extLst>
          </p:cNvPr>
          <p:cNvSpPr/>
          <p:nvPr/>
        </p:nvSpPr>
        <p:spPr>
          <a:xfrm>
            <a:off x="802640" y="4033418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01.04 Manage Profile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BB068B8-E31E-B786-3E84-D88DDD5C5B22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5435600" y="2659914"/>
            <a:ext cx="109225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3A9BA8-0D8F-05A7-A368-FDCF04EF1DDD}"/>
              </a:ext>
            </a:extLst>
          </p:cNvPr>
          <p:cNvCxnSpPr>
            <a:stCxn id="18" idx="2"/>
            <a:endCxn id="28" idx="0"/>
          </p:cNvCxnSpPr>
          <p:nvPr/>
        </p:nvCxnSpPr>
        <p:spPr>
          <a:xfrm>
            <a:off x="1625600" y="3020059"/>
            <a:ext cx="0" cy="1013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929FC7D-804C-18B9-CB39-667D03FE7D03}"/>
              </a:ext>
            </a:extLst>
          </p:cNvPr>
          <p:cNvSpPr txBox="1"/>
          <p:nvPr/>
        </p:nvSpPr>
        <p:spPr>
          <a:xfrm>
            <a:off x="2393856" y="2352139"/>
            <a:ext cx="1275474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Session/Role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FB0B537-3754-F9CA-E335-8FE5011FC9E0}"/>
              </a:ext>
            </a:extLst>
          </p:cNvPr>
          <p:cNvSpPr/>
          <p:nvPr/>
        </p:nvSpPr>
        <p:spPr>
          <a:xfrm>
            <a:off x="7281333" y="685800"/>
            <a:ext cx="524934" cy="2963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2F45EB-0151-F603-0EAF-54E3034E41F4}"/>
              </a:ext>
            </a:extLst>
          </p:cNvPr>
          <p:cNvSpPr txBox="1"/>
          <p:nvPr/>
        </p:nvSpPr>
        <p:spPr>
          <a:xfrm>
            <a:off x="7806267" y="685800"/>
            <a:ext cx="1080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127DC27-B572-2F7E-6250-46D8EE8B9DBC}"/>
              </a:ext>
            </a:extLst>
          </p:cNvPr>
          <p:cNvSpPr txBox="1"/>
          <p:nvPr/>
        </p:nvSpPr>
        <p:spPr>
          <a:xfrm>
            <a:off x="7826592" y="1238877"/>
            <a:ext cx="10399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Stores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573F9061-C418-1277-53E9-2ADF23A066EF}"/>
              </a:ext>
            </a:extLst>
          </p:cNvPr>
          <p:cNvCxnSpPr>
            <a:cxnSpLocks/>
          </p:cNvCxnSpPr>
          <p:nvPr/>
        </p:nvCxnSpPr>
        <p:spPr>
          <a:xfrm rot="10800000">
            <a:off x="4559552" y="3020057"/>
            <a:ext cx="823170" cy="18460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D9604AB-2426-6191-F79B-F870C9D3F14F}"/>
              </a:ext>
            </a:extLst>
          </p:cNvPr>
          <p:cNvSpPr txBox="1"/>
          <p:nvPr/>
        </p:nvSpPr>
        <p:spPr>
          <a:xfrm>
            <a:off x="3736592" y="3789211"/>
            <a:ext cx="854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183A4E-0F4D-7DD4-EC0E-D821301B5D0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7281334" y="1260894"/>
            <a:ext cx="524934" cy="3077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31F993-5699-8572-95DD-E7303F5E6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511" y="3564279"/>
            <a:ext cx="1304422" cy="26502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9880D7-B543-69BB-A259-60AA9BC3603C}"/>
              </a:ext>
            </a:extLst>
          </p:cNvPr>
          <p:cNvSpPr txBox="1"/>
          <p:nvPr/>
        </p:nvSpPr>
        <p:spPr>
          <a:xfrm>
            <a:off x="2323727" y="816186"/>
            <a:ext cx="39667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Eventify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02.03 Save Event To Favorites – DF-Out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0566D943-6FCA-9E99-026A-EFB543CE5C56}"/>
              </a:ext>
            </a:extLst>
          </p:cNvPr>
          <p:cNvSpPr/>
          <p:nvPr/>
        </p:nvSpPr>
        <p:spPr>
          <a:xfrm>
            <a:off x="2023410" y="1922780"/>
            <a:ext cx="1780444" cy="7315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02.03 Save Event To Favorites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7B8F5E-AA32-CA9C-0A00-494A93F5CD2F}"/>
              </a:ext>
            </a:extLst>
          </p:cNvPr>
          <p:cNvSpPr/>
          <p:nvPr/>
        </p:nvSpPr>
        <p:spPr>
          <a:xfrm>
            <a:off x="5074920" y="3667659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05.01 Send Reminders and SMS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44059F7-F870-31EE-BA42-3B2EDF3938F2}"/>
              </a:ext>
            </a:extLst>
          </p:cNvPr>
          <p:cNvCxnSpPr>
            <a:cxnSpLocks/>
          </p:cNvCxnSpPr>
          <p:nvPr/>
        </p:nvCxnSpPr>
        <p:spPr>
          <a:xfrm>
            <a:off x="5897880" y="2663407"/>
            <a:ext cx="0" cy="1013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E642062-7BF4-B93C-633C-4B77C6ACBD26}"/>
              </a:ext>
            </a:extLst>
          </p:cNvPr>
          <p:cNvSpPr/>
          <p:nvPr/>
        </p:nvSpPr>
        <p:spPr>
          <a:xfrm>
            <a:off x="7281333" y="685800"/>
            <a:ext cx="524934" cy="2963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87762E-BE3B-AB10-5C6E-3F6CB3BA67A9}"/>
              </a:ext>
            </a:extLst>
          </p:cNvPr>
          <p:cNvSpPr txBox="1"/>
          <p:nvPr/>
        </p:nvSpPr>
        <p:spPr>
          <a:xfrm>
            <a:off x="7806267" y="685800"/>
            <a:ext cx="1080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5763681-C7A8-93A7-0BB9-3E68A2613B12}"/>
              </a:ext>
            </a:extLst>
          </p:cNvPr>
          <p:cNvCxnSpPr>
            <a:cxnSpLocks/>
          </p:cNvCxnSpPr>
          <p:nvPr/>
        </p:nvCxnSpPr>
        <p:spPr>
          <a:xfrm rot="10800000" flipH="1">
            <a:off x="2062166" y="2654298"/>
            <a:ext cx="851466" cy="1330564"/>
          </a:xfrm>
          <a:prstGeom prst="bentConnector4">
            <a:avLst>
              <a:gd name="adj1" fmla="val -26848"/>
              <a:gd name="adj2" fmla="val 7585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629B9D9-9BE7-C287-B8FB-B09DC29798E3}"/>
              </a:ext>
            </a:extLst>
          </p:cNvPr>
          <p:cNvSpPr txBox="1"/>
          <p:nvPr/>
        </p:nvSpPr>
        <p:spPr>
          <a:xfrm>
            <a:off x="1799865" y="2712280"/>
            <a:ext cx="7425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DF-Out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522BC9-A295-D9CA-1213-CB642AE4CB56}"/>
              </a:ext>
            </a:extLst>
          </p:cNvPr>
          <p:cNvSpPr/>
          <p:nvPr/>
        </p:nvSpPr>
        <p:spPr>
          <a:xfrm>
            <a:off x="5049520" y="1931887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01.05 View User Dashboard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4EFDB02-005D-AEF1-DCB0-2647A9D86A47}"/>
              </a:ext>
            </a:extLst>
          </p:cNvPr>
          <p:cNvCxnSpPr>
            <a:cxnSpLocks/>
          </p:cNvCxnSpPr>
          <p:nvPr/>
        </p:nvCxnSpPr>
        <p:spPr>
          <a:xfrm flipV="1">
            <a:off x="3829002" y="2288539"/>
            <a:ext cx="1220770" cy="5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B651C1B-C703-4CCB-5482-FB21835A42B6}"/>
              </a:ext>
            </a:extLst>
          </p:cNvPr>
          <p:cNvSpPr txBox="1"/>
          <p:nvPr/>
        </p:nvSpPr>
        <p:spPr>
          <a:xfrm>
            <a:off x="5931793" y="2994122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AFD3C-2C9F-CBA4-4F03-601582F7D37A}"/>
              </a:ext>
            </a:extLst>
          </p:cNvPr>
          <p:cNvSpPr/>
          <p:nvPr/>
        </p:nvSpPr>
        <p:spPr>
          <a:xfrm>
            <a:off x="2023410" y="3619103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02.02 View Event Details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970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9880D7-B543-69BB-A259-60AA9BC3603C}"/>
              </a:ext>
            </a:extLst>
          </p:cNvPr>
          <p:cNvSpPr txBox="1"/>
          <p:nvPr/>
        </p:nvSpPr>
        <p:spPr>
          <a:xfrm>
            <a:off x="2323727" y="816186"/>
            <a:ext cx="39667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Physical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Eventify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02.03 Save Event To Favorites – DF-Out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0566D943-6FCA-9E99-026A-EFB543CE5C56}"/>
              </a:ext>
            </a:extLst>
          </p:cNvPr>
          <p:cNvSpPr/>
          <p:nvPr/>
        </p:nvSpPr>
        <p:spPr>
          <a:xfrm>
            <a:off x="2023410" y="1922780"/>
            <a:ext cx="1780444" cy="7315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02.03 Save Event To Favorites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7B8F5E-AA32-CA9C-0A00-494A93F5CD2F}"/>
              </a:ext>
            </a:extLst>
          </p:cNvPr>
          <p:cNvSpPr/>
          <p:nvPr/>
        </p:nvSpPr>
        <p:spPr>
          <a:xfrm>
            <a:off x="5074920" y="3667659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05.01 Send Reminders and SMS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44059F7-F870-31EE-BA42-3B2EDF3938F2}"/>
              </a:ext>
            </a:extLst>
          </p:cNvPr>
          <p:cNvCxnSpPr>
            <a:cxnSpLocks/>
          </p:cNvCxnSpPr>
          <p:nvPr/>
        </p:nvCxnSpPr>
        <p:spPr>
          <a:xfrm>
            <a:off x="5897880" y="2663407"/>
            <a:ext cx="0" cy="1013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E642062-7BF4-B93C-633C-4B77C6ACBD26}"/>
              </a:ext>
            </a:extLst>
          </p:cNvPr>
          <p:cNvSpPr/>
          <p:nvPr/>
        </p:nvSpPr>
        <p:spPr>
          <a:xfrm>
            <a:off x="7281333" y="685800"/>
            <a:ext cx="524934" cy="2963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87762E-BE3B-AB10-5C6E-3F6CB3BA67A9}"/>
              </a:ext>
            </a:extLst>
          </p:cNvPr>
          <p:cNvSpPr txBox="1"/>
          <p:nvPr/>
        </p:nvSpPr>
        <p:spPr>
          <a:xfrm>
            <a:off x="7806267" y="685800"/>
            <a:ext cx="1080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A4D0E8-7FF5-09B5-DB7C-ACE13BBCEEF8}"/>
              </a:ext>
            </a:extLst>
          </p:cNvPr>
          <p:cNvSpPr txBox="1"/>
          <p:nvPr/>
        </p:nvSpPr>
        <p:spPr>
          <a:xfrm>
            <a:off x="7826592" y="1238877"/>
            <a:ext cx="10399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Stores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5763681-C7A8-93A7-0BB9-3E68A2613B12}"/>
              </a:ext>
            </a:extLst>
          </p:cNvPr>
          <p:cNvCxnSpPr>
            <a:cxnSpLocks/>
          </p:cNvCxnSpPr>
          <p:nvPr/>
        </p:nvCxnSpPr>
        <p:spPr>
          <a:xfrm rot="10800000" flipH="1">
            <a:off x="2062166" y="2654298"/>
            <a:ext cx="851466" cy="1330564"/>
          </a:xfrm>
          <a:prstGeom prst="bentConnector4">
            <a:avLst>
              <a:gd name="adj1" fmla="val -26848"/>
              <a:gd name="adj2" fmla="val 7585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629B9D9-9BE7-C287-B8FB-B09DC29798E3}"/>
              </a:ext>
            </a:extLst>
          </p:cNvPr>
          <p:cNvSpPr txBox="1"/>
          <p:nvPr/>
        </p:nvSpPr>
        <p:spPr>
          <a:xfrm>
            <a:off x="1799865" y="2712280"/>
            <a:ext cx="7425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DF-Out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522BC9-A295-D9CA-1213-CB642AE4CB56}"/>
              </a:ext>
            </a:extLst>
          </p:cNvPr>
          <p:cNvSpPr/>
          <p:nvPr/>
        </p:nvSpPr>
        <p:spPr>
          <a:xfrm>
            <a:off x="5049520" y="1931887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01.05 View User Dashboard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4EFDB02-005D-AEF1-DCB0-2647A9D86A47}"/>
              </a:ext>
            </a:extLst>
          </p:cNvPr>
          <p:cNvCxnSpPr>
            <a:cxnSpLocks/>
          </p:cNvCxnSpPr>
          <p:nvPr/>
        </p:nvCxnSpPr>
        <p:spPr>
          <a:xfrm flipV="1">
            <a:off x="3829002" y="2288539"/>
            <a:ext cx="1220770" cy="5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B651C1B-C703-4CCB-5482-FB21835A42B6}"/>
              </a:ext>
            </a:extLst>
          </p:cNvPr>
          <p:cNvSpPr txBox="1"/>
          <p:nvPr/>
        </p:nvSpPr>
        <p:spPr>
          <a:xfrm>
            <a:off x="5931793" y="2994122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140F6E-7B95-3E69-946F-DC9F084AE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65" y="3301899"/>
            <a:ext cx="1304422" cy="2650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8C077C-8A58-4CC2-703B-C411ADD4B7F8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7281334" y="1260894"/>
            <a:ext cx="524934" cy="3077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6884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88657-C637-7673-68CA-2B46AF85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5B50C4-D228-F8D1-A56E-BA9290898B92}"/>
              </a:ext>
            </a:extLst>
          </p:cNvPr>
          <p:cNvSpPr txBox="1"/>
          <p:nvPr/>
        </p:nvSpPr>
        <p:spPr>
          <a:xfrm>
            <a:off x="2361688" y="816186"/>
            <a:ext cx="38908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Logical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Eventify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02.04 Share Event – DF-Out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EC6C77E-726C-C325-0B92-3919563A5C1A}"/>
              </a:ext>
            </a:extLst>
          </p:cNvPr>
          <p:cNvSpPr/>
          <p:nvPr/>
        </p:nvSpPr>
        <p:spPr>
          <a:xfrm>
            <a:off x="1888886" y="2210797"/>
            <a:ext cx="1780444" cy="7315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02.04 Share Event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6BBCF9-6532-FF56-B26C-23EEDC82754F}"/>
              </a:ext>
            </a:extLst>
          </p:cNvPr>
          <p:cNvSpPr/>
          <p:nvPr/>
        </p:nvSpPr>
        <p:spPr>
          <a:xfrm>
            <a:off x="3864538" y="3581776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02.02 View Event Details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AA5520-E049-730B-FAC7-5A22DA7943CE}"/>
              </a:ext>
            </a:extLst>
          </p:cNvPr>
          <p:cNvSpPr txBox="1"/>
          <p:nvPr/>
        </p:nvSpPr>
        <p:spPr>
          <a:xfrm>
            <a:off x="2144404" y="3252676"/>
            <a:ext cx="702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DF-out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A44F03E-530E-7DD7-7677-000CF1E2DD4F}"/>
              </a:ext>
            </a:extLst>
          </p:cNvPr>
          <p:cNvSpPr/>
          <p:nvPr/>
        </p:nvSpPr>
        <p:spPr>
          <a:xfrm>
            <a:off x="7281333" y="685800"/>
            <a:ext cx="524934" cy="2963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0B9DD4-9507-E94A-E341-36DA5FAA2DAD}"/>
              </a:ext>
            </a:extLst>
          </p:cNvPr>
          <p:cNvSpPr txBox="1"/>
          <p:nvPr/>
        </p:nvSpPr>
        <p:spPr>
          <a:xfrm>
            <a:off x="7806267" y="685800"/>
            <a:ext cx="1080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6C384B74-654D-482D-B0A6-226893A6666C}"/>
              </a:ext>
            </a:extLst>
          </p:cNvPr>
          <p:cNvCxnSpPr>
            <a:cxnSpLocks/>
          </p:cNvCxnSpPr>
          <p:nvPr/>
        </p:nvCxnSpPr>
        <p:spPr>
          <a:xfrm rot="10800000">
            <a:off x="2779109" y="2942316"/>
            <a:ext cx="1085431" cy="92849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BB83E0F-29D7-94FF-9B2C-8D7ECB24EC5C}"/>
              </a:ext>
            </a:extLst>
          </p:cNvPr>
          <p:cNvSpPr txBox="1"/>
          <p:nvPr/>
        </p:nvSpPr>
        <p:spPr>
          <a:xfrm>
            <a:off x="2567388" y="3857559"/>
            <a:ext cx="12971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 Details</a:t>
            </a:r>
          </a:p>
        </p:txBody>
      </p:sp>
    </p:spTree>
    <p:extLst>
      <p:ext uri="{BB962C8B-B14F-4D97-AF65-F5344CB8AC3E}">
        <p14:creationId xmlns:p14="http://schemas.microsoft.com/office/powerpoint/2010/main" val="2790758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88657-C637-7673-68CA-2B46AF85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5B50C4-D228-F8D1-A56E-BA9290898B92}"/>
              </a:ext>
            </a:extLst>
          </p:cNvPr>
          <p:cNvSpPr txBox="1"/>
          <p:nvPr/>
        </p:nvSpPr>
        <p:spPr>
          <a:xfrm>
            <a:off x="2323215" y="816186"/>
            <a:ext cx="396775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Physical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Eventify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02.04 Share Event – DF-Out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EC6C77E-726C-C325-0B92-3919563A5C1A}"/>
              </a:ext>
            </a:extLst>
          </p:cNvPr>
          <p:cNvSpPr/>
          <p:nvPr/>
        </p:nvSpPr>
        <p:spPr>
          <a:xfrm>
            <a:off x="1888886" y="2210797"/>
            <a:ext cx="1780444" cy="7315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02.04 Share Event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6BBCF9-6532-FF56-B26C-23EEDC82754F}"/>
              </a:ext>
            </a:extLst>
          </p:cNvPr>
          <p:cNvSpPr/>
          <p:nvPr/>
        </p:nvSpPr>
        <p:spPr>
          <a:xfrm>
            <a:off x="4752906" y="2254326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02.02 View Event Details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AA5520-E049-730B-FAC7-5A22DA7943CE}"/>
              </a:ext>
            </a:extLst>
          </p:cNvPr>
          <p:cNvSpPr txBox="1"/>
          <p:nvPr/>
        </p:nvSpPr>
        <p:spPr>
          <a:xfrm>
            <a:off x="2144404" y="3252676"/>
            <a:ext cx="702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DF-out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9B0437A-FAC9-DF92-2F90-4117A4285462}"/>
              </a:ext>
            </a:extLst>
          </p:cNvPr>
          <p:cNvCxnSpPr>
            <a:cxnSpLocks/>
          </p:cNvCxnSpPr>
          <p:nvPr/>
        </p:nvCxnSpPr>
        <p:spPr>
          <a:xfrm>
            <a:off x="3660653" y="2577937"/>
            <a:ext cx="109225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7A44F03E-530E-7DD7-7677-000CF1E2DD4F}"/>
              </a:ext>
            </a:extLst>
          </p:cNvPr>
          <p:cNvSpPr/>
          <p:nvPr/>
        </p:nvSpPr>
        <p:spPr>
          <a:xfrm>
            <a:off x="7281333" y="685800"/>
            <a:ext cx="524934" cy="2963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0B9DD4-9507-E94A-E341-36DA5FAA2DAD}"/>
              </a:ext>
            </a:extLst>
          </p:cNvPr>
          <p:cNvSpPr txBox="1"/>
          <p:nvPr/>
        </p:nvSpPr>
        <p:spPr>
          <a:xfrm>
            <a:off x="7806267" y="685800"/>
            <a:ext cx="1080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8CD9BD-21DF-BC6A-91AD-759591182E87}"/>
              </a:ext>
            </a:extLst>
          </p:cNvPr>
          <p:cNvSpPr txBox="1"/>
          <p:nvPr/>
        </p:nvSpPr>
        <p:spPr>
          <a:xfrm>
            <a:off x="7826592" y="1238877"/>
            <a:ext cx="10399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Stores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6C384B74-654D-482D-B0A6-226893A6666C}"/>
              </a:ext>
            </a:extLst>
          </p:cNvPr>
          <p:cNvCxnSpPr>
            <a:cxnSpLocks/>
          </p:cNvCxnSpPr>
          <p:nvPr/>
        </p:nvCxnSpPr>
        <p:spPr>
          <a:xfrm rot="10800000">
            <a:off x="2779109" y="2942316"/>
            <a:ext cx="1085431" cy="92849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BB83E0F-29D7-94FF-9B2C-8D7ECB24EC5C}"/>
              </a:ext>
            </a:extLst>
          </p:cNvPr>
          <p:cNvSpPr txBox="1"/>
          <p:nvPr/>
        </p:nvSpPr>
        <p:spPr>
          <a:xfrm>
            <a:off x="2567388" y="3857559"/>
            <a:ext cx="12971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 Details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809F36-C7CA-7D3D-75BA-6F4C1C25F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538" y="3309457"/>
            <a:ext cx="1304422" cy="2650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CD4318-D406-9933-3622-60CC59A97B56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7281334" y="1260894"/>
            <a:ext cx="524934" cy="3077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40739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0F7FA-BCAD-0FF7-DBD4-BB9E1B2D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4BA845-672B-E8D1-677F-CFFF2ED9E393}"/>
              </a:ext>
            </a:extLst>
          </p:cNvPr>
          <p:cNvSpPr txBox="1"/>
          <p:nvPr/>
        </p:nvSpPr>
        <p:spPr>
          <a:xfrm>
            <a:off x="1386809" y="816186"/>
            <a:ext cx="584057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Eventify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03.02 Purchase Tickets (Promocodes and Discounts) – DF-In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D9A44746-400B-4FEB-FBDE-0DE0E2590026}"/>
              </a:ext>
            </a:extLst>
          </p:cNvPr>
          <p:cNvSpPr/>
          <p:nvPr/>
        </p:nvSpPr>
        <p:spPr>
          <a:xfrm>
            <a:off x="3874455" y="2754345"/>
            <a:ext cx="1780444" cy="7315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03.02 Purchase Tickets (Promocodes and Discounts)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8CA57F-4508-BD68-8125-BF6A4C497416}"/>
              </a:ext>
            </a:extLst>
          </p:cNvPr>
          <p:cNvSpPr/>
          <p:nvPr/>
        </p:nvSpPr>
        <p:spPr>
          <a:xfrm>
            <a:off x="6615019" y="2777348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03.03 Generate Digital QR Tickets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430607-17B5-2794-F640-95B7DA42A379}"/>
              </a:ext>
            </a:extLst>
          </p:cNvPr>
          <p:cNvCxnSpPr>
            <a:cxnSpLocks/>
          </p:cNvCxnSpPr>
          <p:nvPr/>
        </p:nvCxnSpPr>
        <p:spPr>
          <a:xfrm>
            <a:off x="5654899" y="3111637"/>
            <a:ext cx="960120" cy="2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12285CC-6A6F-863A-2D8B-200F5950528D}"/>
              </a:ext>
            </a:extLst>
          </p:cNvPr>
          <p:cNvSpPr/>
          <p:nvPr/>
        </p:nvSpPr>
        <p:spPr>
          <a:xfrm>
            <a:off x="7281333" y="685800"/>
            <a:ext cx="524934" cy="2963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DE0960-2AA9-64BD-E496-93E0CFDC7E37}"/>
              </a:ext>
            </a:extLst>
          </p:cNvPr>
          <p:cNvSpPr txBox="1"/>
          <p:nvPr/>
        </p:nvSpPr>
        <p:spPr>
          <a:xfrm>
            <a:off x="7806267" y="685800"/>
            <a:ext cx="1080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D821AB-FCE7-EDCC-D12F-8EC36B970D01}"/>
              </a:ext>
            </a:extLst>
          </p:cNvPr>
          <p:cNvSpPr txBox="1"/>
          <p:nvPr/>
        </p:nvSpPr>
        <p:spPr>
          <a:xfrm>
            <a:off x="2952926" y="2837506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DF-In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74FD2C-57AE-0F20-3966-AA60495FC6C0}"/>
              </a:ext>
            </a:extLst>
          </p:cNvPr>
          <p:cNvSpPr/>
          <p:nvPr/>
        </p:nvSpPr>
        <p:spPr>
          <a:xfrm>
            <a:off x="994095" y="2777348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03.01 View Pricing and Spot Availability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E92E5C-8AE8-5309-7896-12AE43FEE5EB}"/>
              </a:ext>
            </a:extLst>
          </p:cNvPr>
          <p:cNvCxnSpPr>
            <a:cxnSpLocks/>
          </p:cNvCxnSpPr>
          <p:nvPr/>
        </p:nvCxnSpPr>
        <p:spPr>
          <a:xfrm flipV="1">
            <a:off x="2653685" y="3103481"/>
            <a:ext cx="1220770" cy="5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537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0F7FA-BCAD-0FF7-DBD4-BB9E1B2D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4BA845-672B-E8D1-677F-CFFF2ED9E393}"/>
              </a:ext>
            </a:extLst>
          </p:cNvPr>
          <p:cNvSpPr txBox="1"/>
          <p:nvPr/>
        </p:nvSpPr>
        <p:spPr>
          <a:xfrm>
            <a:off x="1386809" y="816186"/>
            <a:ext cx="584057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Physical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Eventify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03.02 Purchase Tickets (Promocodes and Discounts) – DF-In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D9A44746-400B-4FEB-FBDE-0DE0E2590026}"/>
              </a:ext>
            </a:extLst>
          </p:cNvPr>
          <p:cNvSpPr/>
          <p:nvPr/>
        </p:nvSpPr>
        <p:spPr>
          <a:xfrm>
            <a:off x="3874455" y="1968849"/>
            <a:ext cx="1780444" cy="7315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03.02 Purchase Tickets (Promocodes and Discounts)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8CA57F-4508-BD68-8125-BF6A4C497416}"/>
              </a:ext>
            </a:extLst>
          </p:cNvPr>
          <p:cNvSpPr/>
          <p:nvPr/>
        </p:nvSpPr>
        <p:spPr>
          <a:xfrm>
            <a:off x="6615019" y="2000319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03.03 Generate Digital QR Tickets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430607-17B5-2794-F640-95B7DA42A379}"/>
              </a:ext>
            </a:extLst>
          </p:cNvPr>
          <p:cNvCxnSpPr>
            <a:cxnSpLocks/>
          </p:cNvCxnSpPr>
          <p:nvPr/>
        </p:nvCxnSpPr>
        <p:spPr>
          <a:xfrm>
            <a:off x="5654899" y="2334608"/>
            <a:ext cx="960120" cy="2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12285CC-6A6F-863A-2D8B-200F5950528D}"/>
              </a:ext>
            </a:extLst>
          </p:cNvPr>
          <p:cNvSpPr/>
          <p:nvPr/>
        </p:nvSpPr>
        <p:spPr>
          <a:xfrm>
            <a:off x="7281333" y="685800"/>
            <a:ext cx="524934" cy="2963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DE0960-2AA9-64BD-E496-93E0CFDC7E37}"/>
              </a:ext>
            </a:extLst>
          </p:cNvPr>
          <p:cNvSpPr txBox="1"/>
          <p:nvPr/>
        </p:nvSpPr>
        <p:spPr>
          <a:xfrm>
            <a:off x="7806267" y="685800"/>
            <a:ext cx="1080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7A9B4B-95D9-69FC-FFB7-92D3FFC9860C}"/>
              </a:ext>
            </a:extLst>
          </p:cNvPr>
          <p:cNvSpPr txBox="1"/>
          <p:nvPr/>
        </p:nvSpPr>
        <p:spPr>
          <a:xfrm>
            <a:off x="7826592" y="1238877"/>
            <a:ext cx="10399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D821AB-FCE7-EDCC-D12F-8EC36B970D01}"/>
              </a:ext>
            </a:extLst>
          </p:cNvPr>
          <p:cNvSpPr txBox="1"/>
          <p:nvPr/>
        </p:nvSpPr>
        <p:spPr>
          <a:xfrm>
            <a:off x="2952926" y="2060477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DF-In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74FD2C-57AE-0F20-3966-AA60495FC6C0}"/>
              </a:ext>
            </a:extLst>
          </p:cNvPr>
          <p:cNvSpPr/>
          <p:nvPr/>
        </p:nvSpPr>
        <p:spPr>
          <a:xfrm>
            <a:off x="994095" y="2000319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03.01 View Pricing and Spot Availability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E92E5C-8AE8-5309-7896-12AE43FEE5EB}"/>
              </a:ext>
            </a:extLst>
          </p:cNvPr>
          <p:cNvCxnSpPr>
            <a:cxnSpLocks/>
          </p:cNvCxnSpPr>
          <p:nvPr/>
        </p:nvCxnSpPr>
        <p:spPr>
          <a:xfrm flipV="1">
            <a:off x="2653685" y="2326452"/>
            <a:ext cx="1220770" cy="5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6DA82D-E928-CF51-B7E8-FF3928418C16}"/>
              </a:ext>
            </a:extLst>
          </p:cNvPr>
          <p:cNvCxnSpPr>
            <a:cxnSpLocks/>
          </p:cNvCxnSpPr>
          <p:nvPr/>
        </p:nvCxnSpPr>
        <p:spPr>
          <a:xfrm flipV="1">
            <a:off x="4764677" y="2700367"/>
            <a:ext cx="0" cy="1304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77BA646-5342-24DA-A1A1-0880EAB4BF1F}"/>
              </a:ext>
            </a:extLst>
          </p:cNvPr>
          <p:cNvSpPr txBox="1"/>
          <p:nvPr/>
        </p:nvSpPr>
        <p:spPr>
          <a:xfrm>
            <a:off x="4719847" y="3226869"/>
            <a:ext cx="979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31B081-B04C-F439-C266-48B743B04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238" y="4005343"/>
            <a:ext cx="1302878" cy="22819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E3AAE5-A9A7-A99E-CDC0-E2BB8B118FD4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7281334" y="1260894"/>
            <a:ext cx="524934" cy="3077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712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BE83-53EA-FA8D-8F1B-CF9EDDA94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419A06-ABBB-A993-91BC-957B37D10CCC}"/>
              </a:ext>
            </a:extLst>
          </p:cNvPr>
          <p:cNvSpPr txBox="1"/>
          <p:nvPr/>
        </p:nvSpPr>
        <p:spPr>
          <a:xfrm>
            <a:off x="2133805" y="816186"/>
            <a:ext cx="434657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Eventify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03.03 Generate Digital QR Tickets – DF-Out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3F2CE12-E7F8-CAC2-2785-99854CD16EC2}"/>
              </a:ext>
            </a:extLst>
          </p:cNvPr>
          <p:cNvSpPr/>
          <p:nvPr/>
        </p:nvSpPr>
        <p:spPr>
          <a:xfrm>
            <a:off x="2244373" y="2319864"/>
            <a:ext cx="1780444" cy="7315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03.03 Generate Digital QR Tickets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6F8640-598F-328D-4747-3634D20CCC21}"/>
              </a:ext>
            </a:extLst>
          </p:cNvPr>
          <p:cNvSpPr txBox="1"/>
          <p:nvPr/>
        </p:nvSpPr>
        <p:spPr>
          <a:xfrm>
            <a:off x="4678348" y="3379890"/>
            <a:ext cx="7425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DF-Out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4B38548-0E2B-FD15-D545-D5F2D6A2C8AF}"/>
              </a:ext>
            </a:extLst>
          </p:cNvPr>
          <p:cNvSpPr/>
          <p:nvPr/>
        </p:nvSpPr>
        <p:spPr>
          <a:xfrm>
            <a:off x="7281333" y="685800"/>
            <a:ext cx="524934" cy="2963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869CD2-DE0D-22A6-857E-89E02DB6E24D}"/>
              </a:ext>
            </a:extLst>
          </p:cNvPr>
          <p:cNvSpPr txBox="1"/>
          <p:nvPr/>
        </p:nvSpPr>
        <p:spPr>
          <a:xfrm>
            <a:off x="7806267" y="685800"/>
            <a:ext cx="1080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CB20A8C0-3A71-CAFA-33A4-4CB503F60B41}"/>
              </a:ext>
            </a:extLst>
          </p:cNvPr>
          <p:cNvCxnSpPr>
            <a:cxnSpLocks/>
          </p:cNvCxnSpPr>
          <p:nvPr/>
        </p:nvCxnSpPr>
        <p:spPr>
          <a:xfrm rot="10800000">
            <a:off x="3134595" y="3051382"/>
            <a:ext cx="2474598" cy="32223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AEC1E9C-9CCA-2FDC-EE33-57556C3E4F02}"/>
              </a:ext>
            </a:extLst>
          </p:cNvPr>
          <p:cNvSpPr/>
          <p:nvPr/>
        </p:nvSpPr>
        <p:spPr>
          <a:xfrm>
            <a:off x="5635413" y="3014130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03.02 Purchase Tickets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006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BE83-53EA-FA8D-8F1B-CF9EDDA94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419A06-ABBB-A993-91BC-957B37D10CCC}"/>
              </a:ext>
            </a:extLst>
          </p:cNvPr>
          <p:cNvSpPr txBox="1"/>
          <p:nvPr/>
        </p:nvSpPr>
        <p:spPr>
          <a:xfrm>
            <a:off x="2133805" y="816186"/>
            <a:ext cx="434657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Physical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Eventify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03.03 Generate Digital QR Tickets – DF-Out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3F2CE12-E7F8-CAC2-2785-99854CD16EC2}"/>
              </a:ext>
            </a:extLst>
          </p:cNvPr>
          <p:cNvSpPr/>
          <p:nvPr/>
        </p:nvSpPr>
        <p:spPr>
          <a:xfrm>
            <a:off x="2244373" y="2319864"/>
            <a:ext cx="1780444" cy="7315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03.03 Generate Digital QR Tickets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6F8640-598F-328D-4747-3634D20CCC21}"/>
              </a:ext>
            </a:extLst>
          </p:cNvPr>
          <p:cNvSpPr txBox="1"/>
          <p:nvPr/>
        </p:nvSpPr>
        <p:spPr>
          <a:xfrm>
            <a:off x="4678348" y="3379890"/>
            <a:ext cx="7425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DF-Out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4B38548-0E2B-FD15-D545-D5F2D6A2C8AF}"/>
              </a:ext>
            </a:extLst>
          </p:cNvPr>
          <p:cNvSpPr/>
          <p:nvPr/>
        </p:nvSpPr>
        <p:spPr>
          <a:xfrm>
            <a:off x="7281333" y="685800"/>
            <a:ext cx="524934" cy="2963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869CD2-DE0D-22A6-857E-89E02DB6E24D}"/>
              </a:ext>
            </a:extLst>
          </p:cNvPr>
          <p:cNvSpPr txBox="1"/>
          <p:nvPr/>
        </p:nvSpPr>
        <p:spPr>
          <a:xfrm>
            <a:off x="7806267" y="685800"/>
            <a:ext cx="1080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7962-CBF9-BC0B-0056-DB3A02B1C29A}"/>
              </a:ext>
            </a:extLst>
          </p:cNvPr>
          <p:cNvSpPr txBox="1"/>
          <p:nvPr/>
        </p:nvSpPr>
        <p:spPr>
          <a:xfrm>
            <a:off x="7826592" y="1238877"/>
            <a:ext cx="10399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Stores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CB20A8C0-3A71-CAFA-33A4-4CB503F60B41}"/>
              </a:ext>
            </a:extLst>
          </p:cNvPr>
          <p:cNvCxnSpPr>
            <a:cxnSpLocks/>
          </p:cNvCxnSpPr>
          <p:nvPr/>
        </p:nvCxnSpPr>
        <p:spPr>
          <a:xfrm rot="10800000">
            <a:off x="3134595" y="3051382"/>
            <a:ext cx="2474598" cy="32223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D643842-F5C3-5D1B-69FF-D0F748CFF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793" y="2343404"/>
            <a:ext cx="1302878" cy="22819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168DFD-BAF8-A6C6-FDB1-AA3837B92B57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7281334" y="1260894"/>
            <a:ext cx="524934" cy="3077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0213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083B2-AE45-4027-9196-6B1A05353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119C1D-5E68-1C06-91C6-44BF9D75F844}"/>
              </a:ext>
            </a:extLst>
          </p:cNvPr>
          <p:cNvSpPr txBox="1"/>
          <p:nvPr/>
        </p:nvSpPr>
        <p:spPr>
          <a:xfrm>
            <a:off x="2361687" y="816186"/>
            <a:ext cx="38908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Eventify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04.01 Create and Edit Event – DF-In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87EF6881-14D1-9262-BA1C-B5AD2DD75CCE}"/>
              </a:ext>
            </a:extLst>
          </p:cNvPr>
          <p:cNvSpPr/>
          <p:nvPr/>
        </p:nvSpPr>
        <p:spPr>
          <a:xfrm>
            <a:off x="3399640" y="2131057"/>
            <a:ext cx="1780444" cy="7315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04.01 Create and Edit Event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416C22-97F3-D8D3-3332-3F857579B1F9}"/>
              </a:ext>
            </a:extLst>
          </p:cNvPr>
          <p:cNvSpPr/>
          <p:nvPr/>
        </p:nvSpPr>
        <p:spPr>
          <a:xfrm>
            <a:off x="7281333" y="685800"/>
            <a:ext cx="524934" cy="2963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A2F273-B0EE-9741-918D-CA0845FBD15A}"/>
              </a:ext>
            </a:extLst>
          </p:cNvPr>
          <p:cNvSpPr txBox="1"/>
          <p:nvPr/>
        </p:nvSpPr>
        <p:spPr>
          <a:xfrm>
            <a:off x="7806267" y="685800"/>
            <a:ext cx="1080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72A9F5-5BD6-690F-5C8C-D5914607527C}"/>
              </a:ext>
            </a:extLst>
          </p:cNvPr>
          <p:cNvSpPr txBox="1"/>
          <p:nvPr/>
        </p:nvSpPr>
        <p:spPr>
          <a:xfrm>
            <a:off x="5359071" y="2184968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DF-In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80AB2D-6D73-A7DE-BB21-4A7B218BEC6C}"/>
              </a:ext>
            </a:extLst>
          </p:cNvPr>
          <p:cNvSpPr/>
          <p:nvPr/>
        </p:nvSpPr>
        <p:spPr>
          <a:xfrm>
            <a:off x="6160347" y="2135296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02.02 View Event Details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8840C02-C40D-CCE8-D40B-D8F6FEAE3F98}"/>
              </a:ext>
            </a:extLst>
          </p:cNvPr>
          <p:cNvCxnSpPr>
            <a:cxnSpLocks/>
          </p:cNvCxnSpPr>
          <p:nvPr/>
        </p:nvCxnSpPr>
        <p:spPr>
          <a:xfrm flipV="1">
            <a:off x="2567596" y="2496816"/>
            <a:ext cx="776815" cy="2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C3FBE0-544E-A52B-CD32-48D6515FE0E9}"/>
              </a:ext>
            </a:extLst>
          </p:cNvPr>
          <p:cNvCxnSpPr>
            <a:cxnSpLocks/>
          </p:cNvCxnSpPr>
          <p:nvPr/>
        </p:nvCxnSpPr>
        <p:spPr>
          <a:xfrm flipV="1">
            <a:off x="5290469" y="2472532"/>
            <a:ext cx="776815" cy="2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EE9E2A4-0790-082F-BF99-D18D09DDF8FC}"/>
              </a:ext>
            </a:extLst>
          </p:cNvPr>
          <p:cNvSpPr/>
          <p:nvPr/>
        </p:nvSpPr>
        <p:spPr>
          <a:xfrm>
            <a:off x="875568" y="2135296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01.01 Register User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726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083B2-AE45-4027-9196-6B1A05353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119C1D-5E68-1C06-91C6-44BF9D75F844}"/>
              </a:ext>
            </a:extLst>
          </p:cNvPr>
          <p:cNvSpPr txBox="1"/>
          <p:nvPr/>
        </p:nvSpPr>
        <p:spPr>
          <a:xfrm>
            <a:off x="2323215" y="816186"/>
            <a:ext cx="396775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Physical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Eventify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04.01 Create and Edit Event – DF-In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87EF6881-14D1-9262-BA1C-B5AD2DD75CCE}"/>
              </a:ext>
            </a:extLst>
          </p:cNvPr>
          <p:cNvSpPr/>
          <p:nvPr/>
        </p:nvSpPr>
        <p:spPr>
          <a:xfrm>
            <a:off x="3399640" y="2131057"/>
            <a:ext cx="1780444" cy="7315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04.01 Create and Edit Event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416C22-97F3-D8D3-3332-3F857579B1F9}"/>
              </a:ext>
            </a:extLst>
          </p:cNvPr>
          <p:cNvSpPr/>
          <p:nvPr/>
        </p:nvSpPr>
        <p:spPr>
          <a:xfrm>
            <a:off x="7281333" y="685800"/>
            <a:ext cx="524934" cy="2963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A2F273-B0EE-9741-918D-CA0845FBD15A}"/>
              </a:ext>
            </a:extLst>
          </p:cNvPr>
          <p:cNvSpPr txBox="1"/>
          <p:nvPr/>
        </p:nvSpPr>
        <p:spPr>
          <a:xfrm>
            <a:off x="7806267" y="685800"/>
            <a:ext cx="1080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714432-0619-862E-337C-BDE71196D836}"/>
              </a:ext>
            </a:extLst>
          </p:cNvPr>
          <p:cNvSpPr txBox="1"/>
          <p:nvPr/>
        </p:nvSpPr>
        <p:spPr>
          <a:xfrm>
            <a:off x="7826592" y="1238877"/>
            <a:ext cx="10399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Stores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3AB025E-55A7-BAF8-2B82-91FE66DBF852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>
            <a:off x="4289869" y="2862578"/>
            <a:ext cx="1348889" cy="17166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172A9F5-5BD6-690F-5C8C-D5914607527C}"/>
              </a:ext>
            </a:extLst>
          </p:cNvPr>
          <p:cNvSpPr txBox="1"/>
          <p:nvPr/>
        </p:nvSpPr>
        <p:spPr>
          <a:xfrm>
            <a:off x="5359071" y="2184968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DF-In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80AB2D-6D73-A7DE-BB21-4A7B218BEC6C}"/>
              </a:ext>
            </a:extLst>
          </p:cNvPr>
          <p:cNvSpPr/>
          <p:nvPr/>
        </p:nvSpPr>
        <p:spPr>
          <a:xfrm>
            <a:off x="6160347" y="2135296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02.02 View Event Details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8840C02-C40D-CCE8-D40B-D8F6FEAE3F98}"/>
              </a:ext>
            </a:extLst>
          </p:cNvPr>
          <p:cNvCxnSpPr>
            <a:cxnSpLocks/>
          </p:cNvCxnSpPr>
          <p:nvPr/>
        </p:nvCxnSpPr>
        <p:spPr>
          <a:xfrm flipV="1">
            <a:off x="2567596" y="2496816"/>
            <a:ext cx="776815" cy="2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C3FBE0-544E-A52B-CD32-48D6515FE0E9}"/>
              </a:ext>
            </a:extLst>
          </p:cNvPr>
          <p:cNvCxnSpPr>
            <a:cxnSpLocks/>
          </p:cNvCxnSpPr>
          <p:nvPr/>
        </p:nvCxnSpPr>
        <p:spPr>
          <a:xfrm flipV="1">
            <a:off x="5290469" y="2472532"/>
            <a:ext cx="776815" cy="2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EE9E2A4-0790-082F-BF99-D18D09DDF8FC}"/>
              </a:ext>
            </a:extLst>
          </p:cNvPr>
          <p:cNvSpPr/>
          <p:nvPr/>
        </p:nvSpPr>
        <p:spPr>
          <a:xfrm>
            <a:off x="875568" y="2135296"/>
            <a:ext cx="164592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01.01 Register User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8A602-D4E8-64CA-C3F6-73F1A215D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757" y="3254051"/>
            <a:ext cx="1304422" cy="2650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B2ECBD-5EDC-6EB1-F961-5A2AE295A083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7281334" y="1260894"/>
            <a:ext cx="524934" cy="3077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6082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1166</TotalTime>
  <Words>408</Words>
  <Application>Microsoft Macintosh PowerPoint</Application>
  <PresentationFormat>On-screen Show (4:3)</PresentationFormat>
  <Paragraphs>86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Dhruv Diyora</dc:creator>
  <cp:keywords/>
  <dc:description>generated using python-pptx</dc:description>
  <cp:lastModifiedBy>Khan, Surmed Adil</cp:lastModifiedBy>
  <cp:revision>34</cp:revision>
  <dcterms:created xsi:type="dcterms:W3CDTF">2013-01-27T09:14:16Z</dcterms:created>
  <dcterms:modified xsi:type="dcterms:W3CDTF">2025-11-14T01:03:23Z</dcterms:modified>
  <cp:category/>
</cp:coreProperties>
</file>