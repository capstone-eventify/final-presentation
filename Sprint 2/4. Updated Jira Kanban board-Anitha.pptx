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8" autoAdjust="0"/>
    <p:restoredTop sz="94708"/>
  </p:normalViewPr>
  <p:slideViewPr>
    <p:cSldViewPr snapToGrid="0">
      <p:cViewPr varScale="1">
        <p:scale>
          <a:sx n="98" d="100"/>
          <a:sy n="98" d="100"/>
        </p:scale>
        <p:origin x="192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671D5-6220-9391-7167-896FF1E113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8C6059-1C6A-070C-5D5C-863A36708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FC194-EFF6-5106-9384-1A90F88DD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130C6-EC79-4184-ACB0-010EFC08122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19323-5445-85EB-DDA1-D92DCAAFD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87C91-BD53-2D41-D79F-9475A727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A056-4DB1-42CD-A8AA-EC5EEC54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126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39E8B-64D4-3D77-42BB-11427A202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16E8D-11E3-9AD6-F749-015938566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3D524-52FF-A46D-999D-2681661F4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130C6-EC79-4184-ACB0-010EFC08122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15D9C-14DB-D700-52A5-A2CCA35DE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13572-A9AF-D822-C6F8-1877EB818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A056-4DB1-42CD-A8AA-EC5EEC54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09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EAC4A-7F78-38C8-9344-AB7AD7D10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A2586-8AFA-628F-8474-561E53C93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0F4AD-8E39-13E5-6A8D-71B8DE7E0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130C6-EC79-4184-ACB0-010EFC08122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2E0E9-AAA6-090E-EFC6-C0215C3C1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28E4F-8748-E4FC-652E-4DDD7C1B8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A056-4DB1-42CD-A8AA-EC5EEC54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626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FEDA1-A691-094D-85F6-F1B0687A3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B7B6F-C8A0-D6C2-EC83-AE3AE61333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C89E8C-35A4-0632-610B-EE7A3FB39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51F10-1EC2-175B-0D36-FB84CCD45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130C6-EC79-4184-ACB0-010EFC08122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F7ED15-FFEF-4EBC-F049-B79402DB0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C1F6AC-C758-0848-95FD-E13BED1E8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A056-4DB1-42CD-A8AA-EC5EEC54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545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EEBB7-867B-A3D7-72F9-C9FE82FFE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49B51-8931-4FFD-A782-B25C73203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C0AD6E-AE3A-59C5-3154-470282FBC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7F00D9-3C8A-0CFD-6B11-AB0F0B9E1E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F49B71-822C-24F2-9537-CF50D874C8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FAF502-B5B3-1341-8127-C78333889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130C6-EC79-4184-ACB0-010EFC08122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EB7C6D-89EB-481B-1232-252B14DCF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4B4D09-9EF6-852C-7AB9-B4C49C342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A056-4DB1-42CD-A8AA-EC5EEC54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40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FC784-2EBC-64E2-00BD-0AF90F4E1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FDB29-544E-D767-3804-F6FE9B080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130C6-EC79-4184-ACB0-010EFC08122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25708-7DC0-C1B2-F336-B25B57DFD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26CE00-DBC9-B1BC-B786-A6D4E6A47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A056-4DB1-42CD-A8AA-EC5EEC54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407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CF2FC5-F97B-4513-FDE0-3324CFD7D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130C6-EC79-4184-ACB0-010EFC08122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A3858D-3C97-A7D9-B112-4F2580339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31DEF-945D-58C2-2C59-9E6DA0C07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A056-4DB1-42CD-A8AA-EC5EEC54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90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F89B5-0CB4-E57C-563F-490E918EF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24BC8-A955-2B03-3260-B3D54E958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024CF-4BD1-9279-5AE0-FC5BFE0BD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163F2-2417-3359-0C51-4947A4F23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130C6-EC79-4184-ACB0-010EFC08122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C5EFE-6A8E-DD47-AF35-58E0CCA5A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C2031-15B8-C939-E5B9-6EFB4CE45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A056-4DB1-42CD-A8AA-EC5EEC54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295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6C87B-F098-DB92-CD6A-330D31054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5BCB28-2DFF-220B-9820-4A41E9F7F3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271AC2-1F3C-D5BD-8279-EE8ADAB30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18D05F-0963-BD1D-7C9E-9CF7881FC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130C6-EC79-4184-ACB0-010EFC08122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38C1F-0B60-B596-7235-79104582D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73D40-1438-EB36-D94D-438C5CECB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A056-4DB1-42CD-A8AA-EC5EEC54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358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0EA2D-9800-55AA-BCA7-F78730057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D9BE2-C3E0-A2B9-DB8D-567D5C291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34EA8-53FF-6C7E-CDDA-07418F5FF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130C6-EC79-4184-ACB0-010EFC08122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D8143-5978-0DEE-C7B3-762A80BD8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10F85-E749-A28A-0B4A-593FF227D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A056-4DB1-42CD-A8AA-EC5EEC54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190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B7F07C-E059-4AE8-C2F4-238546F5F5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6D21E0-0992-321A-ADE1-91D357F17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F7D80-E7A8-947E-973D-772C1309A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130C6-EC79-4184-ACB0-010EFC08122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11E52-EF8B-CE27-FFD5-969FEF534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1A8ED-8593-6020-EA8D-8EAF1AAD1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A056-4DB1-42CD-A8AA-EC5EEC54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76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AAEBA1-D3ED-59C7-BB8F-A54B5D4DE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008510-3CCC-BBDA-1F2A-437D5455F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BA0D4-0536-B4CF-AB72-F30EAB6A94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0130C6-EC79-4184-ACB0-010EFC08122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34519-31B5-1B6A-03F5-25623907CA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C078B-B243-1A31-8A22-774113392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D3A056-4DB1-42CD-A8AA-EC5EEC54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17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4E1ED3-6FB1-A1C1-D624-88DDD1E1432D}"/>
              </a:ext>
            </a:extLst>
          </p:cNvPr>
          <p:cNvSpPr txBox="1"/>
          <p:nvPr/>
        </p:nvSpPr>
        <p:spPr>
          <a:xfrm>
            <a:off x="1337733" y="1862667"/>
            <a:ext cx="8779934" cy="31700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Team: 1</a:t>
            </a:r>
          </a:p>
          <a:p>
            <a:pPr algn="ctr"/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Eventify</a:t>
            </a:r>
          </a:p>
          <a:p>
            <a:pPr algn="ctr"/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Jira Kanban Board Sprint 2</a:t>
            </a:r>
          </a:p>
        </p:txBody>
      </p:sp>
    </p:spTree>
    <p:extLst>
      <p:ext uri="{BB962C8B-B14F-4D97-AF65-F5344CB8AC3E}">
        <p14:creationId xmlns:p14="http://schemas.microsoft.com/office/powerpoint/2010/main" val="2262278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4A5F19D-B91B-EF31-2B68-984AB1169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57175"/>
            <a:ext cx="9753600" cy="63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146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73097A-4225-25A6-003F-89E42E9A5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57175"/>
            <a:ext cx="9753600" cy="63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021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760214-A51E-1AC8-021C-A713AB515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57175"/>
            <a:ext cx="9753600" cy="63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085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AFC39D-F69F-C973-345B-50458C535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37" y="425800"/>
            <a:ext cx="10541726" cy="600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508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</Words>
  <Application>Microsoft Macintosh PowerPoint</Application>
  <PresentationFormat>Widescreen</PresentationFormat>
  <Paragraphs>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Soni, Riddhi Hasmukhbhai</dc:creator>
  <cp:lastModifiedBy>Khan, Surmed Adil</cp:lastModifiedBy>
  <cp:revision>3</cp:revision>
  <dcterms:created xsi:type="dcterms:W3CDTF">2025-11-18T00:58:09Z</dcterms:created>
  <dcterms:modified xsi:type="dcterms:W3CDTF">2025-11-18T02:58:43Z</dcterms:modified>
</cp:coreProperties>
</file>