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2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D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9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4F3B-1416-CD77-CBDF-43FBC0A39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507C8-58F6-3893-2D79-74855EDFB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617ED-0CCA-7A29-1529-C49F50859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D01D7-6C47-7DEE-B39C-0A320915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B450E-8C29-A49F-0B82-5FAA8B65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0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5D6B-6EA1-421B-B631-BAA8793F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2EEED-E628-9B8C-84CF-AFB9EED92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EF560-D6FC-70B2-B582-03A3DFEA8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07EC-3B80-5178-4948-CD8827038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6B5E9-E840-7816-6F59-BCF96576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3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9E558-D609-C789-E8E2-FE004CCC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D65E9-0685-D095-209B-CDA83B8B6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F59B6-4592-EB02-D883-BE0FD3F6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87538-3656-E0EE-236A-2DDBF32C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2EE47-CD18-8C45-13DC-041F537A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27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1934-4430-4643-ED82-B9A39E0B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3D21-882B-F4B0-B500-46D2238B1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4891-791C-9246-05E0-7BFFC04A3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3589D-FCC4-4154-17AD-C6D0EFA0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60008-224B-7F1F-6080-C697813A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99106-4538-9A11-98C4-B7041EB4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37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2FE3-CA1D-3BA0-48A0-0E7A5A5E1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75B14-600F-94CC-5438-278B0DEFD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3A982-E025-CCEE-1DFB-2746B4BB6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04B20-2823-B57C-E782-29C20AD1D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50782-D150-C174-3958-66697E044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B398E1-6275-0C14-E2DE-C568C52E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DF2FD-E960-E6A4-C626-58E5C256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DAE99-35AF-FB2A-DA6E-4E0EEF7C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5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500B-E660-D3A4-394E-6F372E9B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DF91F-9260-519A-5E24-EEC2F0AB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2433D-3EDF-8707-BF25-CF9F6FFA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41AB2-5F38-1D02-F1FA-645B9CCD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0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1DE40E-4273-7898-4BB5-B4791799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BE1A06-CE6D-DB7F-8302-CC800A05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AE7D4-8FD6-74D9-5C9B-402C2B255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26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86A4-F5CC-D588-1998-493733A9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0C777-B269-B30A-F6D2-99924BBE0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E5E5E-7CBD-FB5C-0D59-B3C67346E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988A6-4753-5119-F2B4-EEEF6A0F4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ACABD-96B3-3A83-6769-83AF2095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8100E-40B9-CDE3-5061-59CE928E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52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0A69A-1140-746E-99DA-78BED52AD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F0BBA-9A09-5404-7AE0-91D44647E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D0CC7-3741-03FE-AD60-DB6A62A46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04D51-B92F-69C9-477A-30B4FBD0F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FABEA-F71A-A3F9-0F89-32F0B1C6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A690A-BE43-B155-4A0C-E7A8AC27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36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CF44-1A11-EC54-400E-CB0364CD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28434-62D3-60A4-E2C5-DD29B7510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39482-AA44-11F5-9EA9-45CDAB060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72B3-4CF0-A7DA-95F7-9E0CEFBD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2CFE-2EC8-B6B9-6CDC-F756C9CA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37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55258-7920-FDD2-D4F6-CF850372B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7AF40-3C29-448A-09DB-87EE4BB11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119D1-BBE8-0CFD-D1E4-247BBA2E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8D98D-61CA-95A8-FB78-90D5BD13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F74C4-2846-77CB-8591-F5571C5A9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2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290AE-5AA1-0D1B-EF64-F5C92E02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717E3-19DC-8421-6D6C-33E9502EB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E6F67-244A-80E7-972C-1BFBE5E94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E092C4-9F0D-334C-AACB-B9F127A9CFB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510D0-12AC-0F64-2739-145898551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FB786-1FF0-55CF-905D-F0D610E87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1A880-8BA7-6A42-A43E-DA98BA2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75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4;p1">
            <a:extLst>
              <a:ext uri="{FF2B5EF4-FFF2-40B4-BE49-F238E27FC236}">
                <a16:creationId xmlns:a16="http://schemas.microsoft.com/office/drawing/2014/main" id="{4921ABA4-210D-961A-3C59-6AB1992847B5}"/>
              </a:ext>
            </a:extLst>
          </p:cNvPr>
          <p:cNvSpPr txBox="1"/>
          <p:nvPr/>
        </p:nvSpPr>
        <p:spPr>
          <a:xfrm>
            <a:off x="2717550" y="614917"/>
            <a:ext cx="6299700" cy="45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400"/>
            </a:pPr>
            <a:endParaRPr sz="45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SzPts val="3600"/>
            </a:pPr>
            <a:r>
              <a:rPr lang="en-US" sz="45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Eventify: ER Diagrams</a:t>
            </a:r>
            <a:endParaRPr sz="45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404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90;p2">
            <a:extLst>
              <a:ext uri="{FF2B5EF4-FFF2-40B4-BE49-F238E27FC236}">
                <a16:creationId xmlns:a16="http://schemas.microsoft.com/office/drawing/2014/main" id="{3DF2EDB1-DA17-FB65-48B0-62679352E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8882355"/>
              </p:ext>
            </p:extLst>
          </p:nvPr>
        </p:nvGraphicFramePr>
        <p:xfrm>
          <a:off x="2506865" y="1557866"/>
          <a:ext cx="6263867" cy="489373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11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5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 Name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 Primary Attributes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userId, name, email, passwordHash, phoneNumber, 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eventId, organizerId, title, description, category, startDate, endDate, venueId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venueId, name, address, city, state, capacity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ticketId, eventId, userId, price, status, bookingDate, paymentId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75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paymentId, ticketId, amount, paymentMethod, paymentStatus, transactionDate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reviewId, userId, eventId, rating, comment, createdTs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Google Shape;101;p4">
            <a:extLst>
              <a:ext uri="{FF2B5EF4-FFF2-40B4-BE49-F238E27FC236}">
                <a16:creationId xmlns:a16="http://schemas.microsoft.com/office/drawing/2014/main" id="{5197E050-0710-CF52-04AE-603A04F8BE51}"/>
              </a:ext>
            </a:extLst>
          </p:cNvPr>
          <p:cNvSpPr txBox="1"/>
          <p:nvPr/>
        </p:nvSpPr>
        <p:spPr>
          <a:xfrm>
            <a:off x="4402665" y="220134"/>
            <a:ext cx="2912535" cy="8128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Team1 : Eventify</a:t>
            </a:r>
            <a:endParaRPr sz="25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List of Entities</a:t>
            </a:r>
            <a:endParaRPr sz="25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459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A8E8258A-C56F-91E5-00A3-E6E3CB49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67" y="685800"/>
            <a:ext cx="10905066" cy="6172200"/>
          </a:xfrm>
          <a:prstGeom prst="rect">
            <a:avLst/>
          </a:prstGeom>
        </p:spPr>
      </p:pic>
      <p:sp>
        <p:nvSpPr>
          <p:cNvPr id="4" name="Google Shape;101;p4">
            <a:extLst>
              <a:ext uri="{FF2B5EF4-FFF2-40B4-BE49-F238E27FC236}">
                <a16:creationId xmlns:a16="http://schemas.microsoft.com/office/drawing/2014/main" id="{698219CF-1409-6629-0C49-B812734CCDEB}"/>
              </a:ext>
            </a:extLst>
          </p:cNvPr>
          <p:cNvSpPr txBox="1"/>
          <p:nvPr/>
        </p:nvSpPr>
        <p:spPr>
          <a:xfrm>
            <a:off x="4124733" y="149325"/>
            <a:ext cx="2895600" cy="6462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Team1 : Eventify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Conceptual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ER Diagram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0533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502193-E15F-09F7-D99C-1B38D27B1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754773"/>
              </p:ext>
            </p:extLst>
          </p:nvPr>
        </p:nvGraphicFramePr>
        <p:xfrm>
          <a:off x="807720" y="962756"/>
          <a:ext cx="1341120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176794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52147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passwordHash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7343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42394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(FK → UserRole_Ref.id)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1417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3CABAB-AA4C-811A-8496-E9D03FEA0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487033"/>
              </p:ext>
            </p:extLst>
          </p:nvPr>
        </p:nvGraphicFramePr>
        <p:xfrm>
          <a:off x="7377454" y="864001"/>
          <a:ext cx="1024414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4414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249283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4928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venueId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24928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  <a:tr h="24928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521472"/>
                  </a:ext>
                </a:extLst>
              </a:tr>
              <a:tr h="24928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73432"/>
                  </a:ext>
                </a:extLst>
              </a:tr>
              <a:tr h="24928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42394"/>
                  </a:ext>
                </a:extLst>
              </a:tr>
              <a:tr h="24928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14172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996152-AC81-0920-6380-C860C5C78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764195"/>
              </p:ext>
            </p:extLst>
          </p:nvPr>
        </p:nvGraphicFramePr>
        <p:xfrm>
          <a:off x="2961221" y="4016590"/>
          <a:ext cx="1341120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ticketId (PK, FK →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Tickets.ticketId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52147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7343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42394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(FK → UserRole_Ref.id)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14172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FF0460-2910-3EE2-432C-A37499CDE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671183"/>
              </p:ext>
            </p:extLst>
          </p:nvPr>
        </p:nvGraphicFramePr>
        <p:xfrm>
          <a:off x="807720" y="3775288"/>
          <a:ext cx="134112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userId (FK →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Users.userId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eventId (FK →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Events.eventId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521472"/>
                  </a:ext>
                </a:extLst>
              </a:tr>
              <a:tr h="13869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73432"/>
                  </a:ext>
                </a:extLst>
              </a:tr>
              <a:tr h="23013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42394"/>
                  </a:ext>
                </a:extLst>
              </a:tr>
              <a:tr h="1981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1417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4438DD-599C-8EAB-16AA-6CEEB5EFD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987104"/>
              </p:ext>
            </p:extLst>
          </p:nvPr>
        </p:nvGraphicFramePr>
        <p:xfrm>
          <a:off x="2798347" y="254845"/>
          <a:ext cx="1503994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3994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264202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642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440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organizerId (FK →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Users.userId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  <a:tr h="2642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521472"/>
                  </a:ext>
                </a:extLst>
              </a:tr>
              <a:tr h="2642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73432"/>
                  </a:ext>
                </a:extLst>
              </a:tr>
              <a:tr h="440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eventTypeId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(FK → EventType_Ref.id)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42394"/>
                  </a:ext>
                </a:extLst>
              </a:tr>
              <a:tr h="2642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141726"/>
                  </a:ext>
                </a:extLst>
              </a:tr>
              <a:tr h="2642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130255"/>
                  </a:ext>
                </a:extLst>
              </a:tr>
              <a:tr h="440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venueId (FK →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Venues.venueId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135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0FF862-F3E2-DDED-25D4-2DA2DD75D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393932"/>
              </p:ext>
            </p:extLst>
          </p:nvPr>
        </p:nvGraphicFramePr>
        <p:xfrm>
          <a:off x="8618840" y="4512613"/>
          <a:ext cx="134112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EventType_Ref</a:t>
                      </a:r>
                      <a:endParaRPr lang="en-US" sz="1200" b="1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eventTypeName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6D6DDD-ED3A-F636-E57A-64015EC7D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372026"/>
              </p:ext>
            </p:extLst>
          </p:nvPr>
        </p:nvGraphicFramePr>
        <p:xfrm>
          <a:off x="7007407" y="5364172"/>
          <a:ext cx="139446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TicketTypes_Ref</a:t>
                      </a:r>
                      <a:endParaRPr lang="en-US" sz="1200" b="1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1508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953071-0155-10C8-ECFE-246D8BF26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922216"/>
              </p:ext>
            </p:extLst>
          </p:nvPr>
        </p:nvGraphicFramePr>
        <p:xfrm>
          <a:off x="5114722" y="864001"/>
          <a:ext cx="1341120" cy="2300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256132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770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eventId (FK →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Events.eventId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userId (FK →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Users.userId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521472"/>
                  </a:ext>
                </a:extLst>
              </a:tr>
              <a:tr h="1987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73432"/>
                  </a:ext>
                </a:extLst>
              </a:tr>
              <a:tr h="18349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42394"/>
                  </a:ext>
                </a:extLst>
              </a:tr>
              <a:tr h="2770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141726"/>
                  </a:ext>
                </a:extLst>
              </a:tr>
            </a:tbl>
          </a:graphicData>
        </a:graphic>
      </p:graphicFrame>
      <p:sp>
        <p:nvSpPr>
          <p:cNvPr id="10" name="Google Shape;101;p4">
            <a:extLst>
              <a:ext uri="{FF2B5EF4-FFF2-40B4-BE49-F238E27FC236}">
                <a16:creationId xmlns:a16="http://schemas.microsoft.com/office/drawing/2014/main" id="{53D69218-2848-9717-8A70-2362E54807CF}"/>
              </a:ext>
            </a:extLst>
          </p:cNvPr>
          <p:cNvSpPr txBox="1"/>
          <p:nvPr/>
        </p:nvSpPr>
        <p:spPr>
          <a:xfrm>
            <a:off x="9287941" y="64657"/>
            <a:ext cx="2897059" cy="739675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Team1 : Eventify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Logical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ER Diagram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61ABA6F-FC1E-662D-54FE-D9F2E0E03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647933"/>
              </p:ext>
            </p:extLst>
          </p:nvPr>
        </p:nvGraphicFramePr>
        <p:xfrm>
          <a:off x="7071225" y="3826813"/>
          <a:ext cx="1330643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0643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TicketStatus_Ref</a:t>
                      </a:r>
                      <a:endParaRPr lang="en-US" sz="1200" b="1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statusName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521472"/>
                  </a:ext>
                </a:extLst>
              </a:tr>
              <a:tr h="2606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isActive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7343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FB7A33-D428-C43F-6910-7022DAF6E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221594"/>
              </p:ext>
            </p:extLst>
          </p:nvPr>
        </p:nvGraphicFramePr>
        <p:xfrm>
          <a:off x="5095717" y="3880355"/>
          <a:ext cx="158401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011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PaymentMethod_Ref</a:t>
                      </a:r>
                      <a:endParaRPr lang="en-US" sz="1200" b="1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1508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methodName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ECDDD8-A569-3D9A-F407-496FE7C48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770167"/>
              </p:ext>
            </p:extLst>
          </p:nvPr>
        </p:nvGraphicFramePr>
        <p:xfrm>
          <a:off x="5110769" y="5198413"/>
          <a:ext cx="1584011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011">
                  <a:extLst>
                    <a:ext uri="{9D8B030D-6E8A-4147-A177-3AD203B41FA5}">
                      <a16:colId xmlns:a16="http://schemas.microsoft.com/office/drawing/2014/main" val="78844383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PaymentStatus_Ref</a:t>
                      </a:r>
                      <a:endParaRPr lang="en-US" sz="1200" b="1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9015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56853"/>
                  </a:ext>
                </a:extLst>
              </a:tr>
              <a:tr h="1508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statusName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82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52147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isActive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73432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F1E3D3D7-3A89-664C-798A-9D4CCEE07A59}"/>
              </a:ext>
            </a:extLst>
          </p:cNvPr>
          <p:cNvSpPr/>
          <p:nvPr/>
        </p:nvSpPr>
        <p:spPr>
          <a:xfrm>
            <a:off x="4841642" y="3693370"/>
            <a:ext cx="5335291" cy="3099972"/>
          </a:xfrm>
          <a:prstGeom prst="rect">
            <a:avLst/>
          </a:prstGeom>
          <a:noFill/>
          <a:ln w="254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AEC184-E2C2-B030-FCF0-7412B3B6A21A}"/>
              </a:ext>
            </a:extLst>
          </p:cNvPr>
          <p:cNvSpPr txBox="1"/>
          <p:nvPr/>
        </p:nvSpPr>
        <p:spPr>
          <a:xfrm>
            <a:off x="6455842" y="3355129"/>
            <a:ext cx="176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Reference Tables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EA9D9B5-30F3-6B66-34EA-A8FC075D6E39}"/>
              </a:ext>
            </a:extLst>
          </p:cNvPr>
          <p:cNvCxnSpPr>
            <a:cxnSpLocks/>
          </p:cNvCxnSpPr>
          <p:nvPr/>
        </p:nvCxnSpPr>
        <p:spPr>
          <a:xfrm>
            <a:off x="2148840" y="1394915"/>
            <a:ext cx="298027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E3CFA03-431A-9900-A135-0702AA0063DF}"/>
              </a:ext>
            </a:extLst>
          </p:cNvPr>
          <p:cNvCxnSpPr>
            <a:cxnSpLocks/>
          </p:cNvCxnSpPr>
          <p:nvPr/>
        </p:nvCxnSpPr>
        <p:spPr>
          <a:xfrm flipH="1" flipV="1">
            <a:off x="2443480" y="962756"/>
            <a:ext cx="3387" cy="446648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4EBEE51-57DA-BC5A-4F18-56519D484741}"/>
              </a:ext>
            </a:extLst>
          </p:cNvPr>
          <p:cNvCxnSpPr>
            <a:cxnSpLocks/>
          </p:cNvCxnSpPr>
          <p:nvPr/>
        </p:nvCxnSpPr>
        <p:spPr>
          <a:xfrm>
            <a:off x="2443480" y="962756"/>
            <a:ext cx="354867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67C7151-47B4-E20F-8B88-B8C038273761}"/>
              </a:ext>
            </a:extLst>
          </p:cNvPr>
          <p:cNvCxnSpPr>
            <a:cxnSpLocks/>
          </p:cNvCxnSpPr>
          <p:nvPr/>
        </p:nvCxnSpPr>
        <p:spPr>
          <a:xfrm flipV="1">
            <a:off x="2595880" y="864001"/>
            <a:ext cx="210559" cy="98755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FC9A093-E55B-77DB-62AE-65796F28C627}"/>
              </a:ext>
            </a:extLst>
          </p:cNvPr>
          <p:cNvCxnSpPr>
            <a:cxnSpLocks/>
          </p:cNvCxnSpPr>
          <p:nvPr/>
        </p:nvCxnSpPr>
        <p:spPr>
          <a:xfrm>
            <a:off x="2590643" y="970811"/>
            <a:ext cx="215796" cy="90700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EFB61E1-08E7-41CC-14B7-09D22B8F42EC}"/>
              </a:ext>
            </a:extLst>
          </p:cNvPr>
          <p:cNvCxnSpPr>
            <a:cxnSpLocks/>
          </p:cNvCxnSpPr>
          <p:nvPr/>
        </p:nvCxnSpPr>
        <p:spPr>
          <a:xfrm>
            <a:off x="4302341" y="660400"/>
            <a:ext cx="25150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6207DB0-C850-D589-5DD9-0D7C917C9D92}"/>
              </a:ext>
            </a:extLst>
          </p:cNvPr>
          <p:cNvCxnSpPr>
            <a:cxnSpLocks/>
          </p:cNvCxnSpPr>
          <p:nvPr/>
        </p:nvCxnSpPr>
        <p:spPr>
          <a:xfrm>
            <a:off x="6827520" y="653078"/>
            <a:ext cx="0" cy="5685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4132493-8176-7D10-590E-7A99974643EF}"/>
              </a:ext>
            </a:extLst>
          </p:cNvPr>
          <p:cNvCxnSpPr>
            <a:cxnSpLocks/>
          </p:cNvCxnSpPr>
          <p:nvPr/>
        </p:nvCxnSpPr>
        <p:spPr>
          <a:xfrm>
            <a:off x="6827520" y="1221640"/>
            <a:ext cx="5499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CFB92C1-AC11-1606-84F3-4AEDF88826FE}"/>
              </a:ext>
            </a:extLst>
          </p:cNvPr>
          <p:cNvCxnSpPr>
            <a:cxnSpLocks/>
          </p:cNvCxnSpPr>
          <p:nvPr/>
        </p:nvCxnSpPr>
        <p:spPr>
          <a:xfrm flipV="1">
            <a:off x="7162943" y="1117591"/>
            <a:ext cx="210559" cy="98755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8EC4820-F5E9-BEBD-258F-7020E74ED36C}"/>
              </a:ext>
            </a:extLst>
          </p:cNvPr>
          <p:cNvCxnSpPr>
            <a:cxnSpLocks/>
          </p:cNvCxnSpPr>
          <p:nvPr/>
        </p:nvCxnSpPr>
        <p:spPr>
          <a:xfrm>
            <a:off x="7162943" y="1223020"/>
            <a:ext cx="215796" cy="90700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4C7914F-371C-D437-0125-72E2102E2FCB}"/>
              </a:ext>
            </a:extLst>
          </p:cNvPr>
          <p:cNvCxnSpPr/>
          <p:nvPr/>
        </p:nvCxnSpPr>
        <p:spPr>
          <a:xfrm>
            <a:off x="4841642" y="660400"/>
            <a:ext cx="0" cy="562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84AF1E3-6CE9-586A-B06B-5992A4B9B7A6}"/>
              </a:ext>
            </a:extLst>
          </p:cNvPr>
          <p:cNvCxnSpPr/>
          <p:nvPr/>
        </p:nvCxnSpPr>
        <p:spPr>
          <a:xfrm>
            <a:off x="4841642" y="1223020"/>
            <a:ext cx="2730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FC0F93B-5480-5D38-E980-3AC5F0C85760}"/>
              </a:ext>
            </a:extLst>
          </p:cNvPr>
          <p:cNvCxnSpPr>
            <a:cxnSpLocks/>
          </p:cNvCxnSpPr>
          <p:nvPr/>
        </p:nvCxnSpPr>
        <p:spPr>
          <a:xfrm flipV="1">
            <a:off x="4951848" y="1117591"/>
            <a:ext cx="158922" cy="98755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55D72FE-892E-64D8-172D-791447CC0ADC}"/>
              </a:ext>
            </a:extLst>
          </p:cNvPr>
          <p:cNvCxnSpPr>
            <a:cxnSpLocks/>
          </p:cNvCxnSpPr>
          <p:nvPr/>
        </p:nvCxnSpPr>
        <p:spPr>
          <a:xfrm>
            <a:off x="4951848" y="1232929"/>
            <a:ext cx="158922" cy="94141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44CE8C8-AE91-1256-4051-95F13315BA77}"/>
              </a:ext>
            </a:extLst>
          </p:cNvPr>
          <p:cNvCxnSpPr/>
          <p:nvPr/>
        </p:nvCxnSpPr>
        <p:spPr>
          <a:xfrm>
            <a:off x="2443480" y="1409404"/>
            <a:ext cx="0" cy="19602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9DF7ADB-B998-51A3-14CA-A23BC963AA20}"/>
              </a:ext>
            </a:extLst>
          </p:cNvPr>
          <p:cNvCxnSpPr>
            <a:cxnSpLocks/>
          </p:cNvCxnSpPr>
          <p:nvPr/>
        </p:nvCxnSpPr>
        <p:spPr>
          <a:xfrm flipV="1">
            <a:off x="2443480" y="3355129"/>
            <a:ext cx="2352040" cy="14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7C6DE1D-8E7A-2E7F-027F-590AB1964D7A}"/>
              </a:ext>
            </a:extLst>
          </p:cNvPr>
          <p:cNvCxnSpPr/>
          <p:nvPr/>
        </p:nvCxnSpPr>
        <p:spPr>
          <a:xfrm flipV="1">
            <a:off x="4795520" y="2118360"/>
            <a:ext cx="0" cy="1236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62BE46D-CB02-2620-51A8-31C75B2BB69A}"/>
              </a:ext>
            </a:extLst>
          </p:cNvPr>
          <p:cNvCxnSpPr/>
          <p:nvPr/>
        </p:nvCxnSpPr>
        <p:spPr>
          <a:xfrm>
            <a:off x="4795520" y="2118360"/>
            <a:ext cx="315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42B695C-0549-BB6F-F551-965AB5D411B4}"/>
              </a:ext>
            </a:extLst>
          </p:cNvPr>
          <p:cNvCxnSpPr>
            <a:cxnSpLocks/>
          </p:cNvCxnSpPr>
          <p:nvPr/>
        </p:nvCxnSpPr>
        <p:spPr>
          <a:xfrm flipV="1">
            <a:off x="4928006" y="2007636"/>
            <a:ext cx="182764" cy="104049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D379FAD-181D-9C4B-AAB2-CB5D1709849C}"/>
              </a:ext>
            </a:extLst>
          </p:cNvPr>
          <p:cNvCxnSpPr>
            <a:cxnSpLocks/>
          </p:cNvCxnSpPr>
          <p:nvPr/>
        </p:nvCxnSpPr>
        <p:spPr>
          <a:xfrm>
            <a:off x="4928006" y="2131593"/>
            <a:ext cx="182764" cy="94698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3E19E7D-2063-4853-8C32-CE7C9C96369A}"/>
              </a:ext>
            </a:extLst>
          </p:cNvPr>
          <p:cNvCxnSpPr/>
          <p:nvPr/>
        </p:nvCxnSpPr>
        <p:spPr>
          <a:xfrm>
            <a:off x="4892040" y="1232929"/>
            <a:ext cx="0" cy="2306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2ACBA25-195D-A9A5-5D6E-E2FA31342696}"/>
              </a:ext>
            </a:extLst>
          </p:cNvPr>
          <p:cNvCxnSpPr>
            <a:cxnSpLocks/>
          </p:cNvCxnSpPr>
          <p:nvPr/>
        </p:nvCxnSpPr>
        <p:spPr>
          <a:xfrm flipH="1">
            <a:off x="4517578" y="3539795"/>
            <a:ext cx="3744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E3173FB-B793-4689-629C-D64517A2A381}"/>
              </a:ext>
            </a:extLst>
          </p:cNvPr>
          <p:cNvCxnSpPr>
            <a:cxnSpLocks/>
          </p:cNvCxnSpPr>
          <p:nvPr/>
        </p:nvCxnSpPr>
        <p:spPr>
          <a:xfrm>
            <a:off x="4517578" y="3539795"/>
            <a:ext cx="0" cy="1067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4375C27-3F1E-8BFE-8D60-E2A5D02E567A}"/>
              </a:ext>
            </a:extLst>
          </p:cNvPr>
          <p:cNvCxnSpPr>
            <a:cxnSpLocks/>
          </p:cNvCxnSpPr>
          <p:nvPr/>
        </p:nvCxnSpPr>
        <p:spPr>
          <a:xfrm flipH="1">
            <a:off x="4302341" y="4607560"/>
            <a:ext cx="2169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400BEF2-F34F-D258-E5B1-50FFC5187C18}"/>
              </a:ext>
            </a:extLst>
          </p:cNvPr>
          <p:cNvCxnSpPr/>
          <p:nvPr/>
        </p:nvCxnSpPr>
        <p:spPr>
          <a:xfrm>
            <a:off x="4302341" y="4512613"/>
            <a:ext cx="215237" cy="94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0AE7B35-6BF6-B3EE-6EED-CD1570269361}"/>
              </a:ext>
            </a:extLst>
          </p:cNvPr>
          <p:cNvCxnSpPr/>
          <p:nvPr/>
        </p:nvCxnSpPr>
        <p:spPr>
          <a:xfrm flipV="1">
            <a:off x="4302341" y="4607560"/>
            <a:ext cx="215237" cy="86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7C0ABA3-74F6-4A92-F1A8-7B6A7ED527DE}"/>
              </a:ext>
            </a:extLst>
          </p:cNvPr>
          <p:cNvCxnSpPr/>
          <p:nvPr/>
        </p:nvCxnSpPr>
        <p:spPr>
          <a:xfrm flipH="1">
            <a:off x="419100" y="1327070"/>
            <a:ext cx="388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32E481D-EE93-40E4-2625-9A9D3AC123E8}"/>
              </a:ext>
            </a:extLst>
          </p:cNvPr>
          <p:cNvCxnSpPr>
            <a:cxnSpLocks/>
          </p:cNvCxnSpPr>
          <p:nvPr/>
        </p:nvCxnSpPr>
        <p:spPr>
          <a:xfrm flipH="1">
            <a:off x="397720" y="1327070"/>
            <a:ext cx="21380" cy="31855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C7237B3-93D7-1072-3381-C78C5D63EC77}"/>
              </a:ext>
            </a:extLst>
          </p:cNvPr>
          <p:cNvCxnSpPr>
            <a:cxnSpLocks/>
          </p:cNvCxnSpPr>
          <p:nvPr/>
        </p:nvCxnSpPr>
        <p:spPr>
          <a:xfrm>
            <a:off x="397720" y="4512613"/>
            <a:ext cx="41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9CD41CD-446C-BE8C-E4F1-A9095721C664}"/>
              </a:ext>
            </a:extLst>
          </p:cNvPr>
          <p:cNvCxnSpPr/>
          <p:nvPr/>
        </p:nvCxnSpPr>
        <p:spPr>
          <a:xfrm flipV="1">
            <a:off x="611676" y="4401399"/>
            <a:ext cx="194310" cy="1097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D5783F0-5C47-C98D-5FF1-5EB449954F1C}"/>
              </a:ext>
            </a:extLst>
          </p:cNvPr>
          <p:cNvCxnSpPr/>
          <p:nvPr/>
        </p:nvCxnSpPr>
        <p:spPr>
          <a:xfrm>
            <a:off x="613410" y="4512613"/>
            <a:ext cx="194310" cy="10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A4E45FD-F5D6-1354-4084-579067D471E6}"/>
              </a:ext>
            </a:extLst>
          </p:cNvPr>
          <p:cNvCxnSpPr>
            <a:cxnSpLocks/>
          </p:cNvCxnSpPr>
          <p:nvPr/>
        </p:nvCxnSpPr>
        <p:spPr>
          <a:xfrm flipH="1">
            <a:off x="2355427" y="653078"/>
            <a:ext cx="4510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F7BD18D-5789-A6E7-EABA-7EC1D0AB9D82}"/>
              </a:ext>
            </a:extLst>
          </p:cNvPr>
          <p:cNvCxnSpPr>
            <a:cxnSpLocks/>
          </p:cNvCxnSpPr>
          <p:nvPr/>
        </p:nvCxnSpPr>
        <p:spPr>
          <a:xfrm>
            <a:off x="2355427" y="653078"/>
            <a:ext cx="0" cy="42652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4419FA0-34D2-3ED8-7B0C-86006AFD89FA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2148840" y="4918288"/>
            <a:ext cx="206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3957930-C819-EE00-580A-301CE827F02E}"/>
              </a:ext>
            </a:extLst>
          </p:cNvPr>
          <p:cNvCxnSpPr/>
          <p:nvPr/>
        </p:nvCxnSpPr>
        <p:spPr>
          <a:xfrm>
            <a:off x="2148840" y="4775200"/>
            <a:ext cx="206587" cy="1430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6DBA469-AA13-7E1A-8FB5-5F6BC2279717}"/>
              </a:ext>
            </a:extLst>
          </p:cNvPr>
          <p:cNvCxnSpPr>
            <a:cxnSpLocks/>
          </p:cNvCxnSpPr>
          <p:nvPr/>
        </p:nvCxnSpPr>
        <p:spPr>
          <a:xfrm flipV="1">
            <a:off x="2148840" y="4925064"/>
            <a:ext cx="206587" cy="136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B407FC6-D720-EEC5-5734-6E2FB009E5CB}"/>
              </a:ext>
            </a:extLst>
          </p:cNvPr>
          <p:cNvCxnSpPr/>
          <p:nvPr/>
        </p:nvCxnSpPr>
        <p:spPr>
          <a:xfrm>
            <a:off x="4302341" y="387758"/>
            <a:ext cx="4536859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347270E-45E7-7828-41F5-32D299BCA2FD}"/>
              </a:ext>
            </a:extLst>
          </p:cNvPr>
          <p:cNvCxnSpPr/>
          <p:nvPr/>
        </p:nvCxnSpPr>
        <p:spPr>
          <a:xfrm>
            <a:off x="8839200" y="387758"/>
            <a:ext cx="0" cy="412334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C267173-2A05-5878-7781-A529FFD3F240}"/>
              </a:ext>
            </a:extLst>
          </p:cNvPr>
          <p:cNvCxnSpPr/>
          <p:nvPr/>
        </p:nvCxnSpPr>
        <p:spPr>
          <a:xfrm flipH="1">
            <a:off x="152400" y="1117591"/>
            <a:ext cx="65358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09F7121-2280-F9EF-71A2-2479668A8660}"/>
              </a:ext>
            </a:extLst>
          </p:cNvPr>
          <p:cNvCxnSpPr>
            <a:cxnSpLocks/>
          </p:cNvCxnSpPr>
          <p:nvPr/>
        </p:nvCxnSpPr>
        <p:spPr>
          <a:xfrm>
            <a:off x="152400" y="1117591"/>
            <a:ext cx="0" cy="5543149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0D9FF08-2748-AD42-E40A-D419544FA61D}"/>
              </a:ext>
            </a:extLst>
          </p:cNvPr>
          <p:cNvCxnSpPr>
            <a:cxnSpLocks/>
          </p:cNvCxnSpPr>
          <p:nvPr/>
        </p:nvCxnSpPr>
        <p:spPr>
          <a:xfrm flipV="1">
            <a:off x="135467" y="6637867"/>
            <a:ext cx="6871940" cy="2287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0D82065C-A146-7860-228E-FC86E7C35117}"/>
              </a:ext>
            </a:extLst>
          </p:cNvPr>
          <p:cNvCxnSpPr/>
          <p:nvPr/>
        </p:nvCxnSpPr>
        <p:spPr>
          <a:xfrm>
            <a:off x="6455842" y="3065876"/>
            <a:ext cx="2078558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A4268DF-EE43-0111-0977-D94CB3A6A3EA}"/>
              </a:ext>
            </a:extLst>
          </p:cNvPr>
          <p:cNvCxnSpPr>
            <a:cxnSpLocks/>
          </p:cNvCxnSpPr>
          <p:nvPr/>
        </p:nvCxnSpPr>
        <p:spPr>
          <a:xfrm>
            <a:off x="8534173" y="3065876"/>
            <a:ext cx="0" cy="95071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FE6C5AE-9D5C-0520-2571-292EFD2EB216}"/>
              </a:ext>
            </a:extLst>
          </p:cNvPr>
          <p:cNvCxnSpPr/>
          <p:nvPr/>
        </p:nvCxnSpPr>
        <p:spPr>
          <a:xfrm flipH="1">
            <a:off x="8401867" y="4016590"/>
            <a:ext cx="132533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004472B9-1CAF-44F8-A594-57CD749DB7D3}"/>
              </a:ext>
            </a:extLst>
          </p:cNvPr>
          <p:cNvCxnSpPr/>
          <p:nvPr/>
        </p:nvCxnSpPr>
        <p:spPr>
          <a:xfrm>
            <a:off x="4302341" y="4121937"/>
            <a:ext cx="808428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2C49534D-FFD8-7F53-F5B1-E4BA4950C285}"/>
              </a:ext>
            </a:extLst>
          </p:cNvPr>
          <p:cNvCxnSpPr/>
          <p:nvPr/>
        </p:nvCxnSpPr>
        <p:spPr>
          <a:xfrm>
            <a:off x="4302341" y="5364172"/>
            <a:ext cx="808428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09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4714</TotalTime>
  <Words>288</Words>
  <Application>Microsoft Office PowerPoint</Application>
  <PresentationFormat>Widescreen</PresentationFormat>
  <Paragraphs>86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Foodie</dc:title>
  <dc:creator>Challa, Ms. Deepika</dc:creator>
  <cp:lastModifiedBy>Soni, Riddhi Hasmukhbhai</cp:lastModifiedBy>
  <cp:revision>41</cp:revision>
  <dcterms:created xsi:type="dcterms:W3CDTF">2024-11-05T15:32:07Z</dcterms:created>
  <dcterms:modified xsi:type="dcterms:W3CDTF">2025-11-13T17:45:56Z</dcterms:modified>
</cp:coreProperties>
</file>