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1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3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0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8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6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8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3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0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7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4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21729-EB68-474D-BD61-08109D289ED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42220-60A0-442F-AA31-42BC2ED71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55D223-023E-09AF-65CA-0574341B7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074789"/>
              </p:ext>
            </p:extLst>
          </p:nvPr>
        </p:nvGraphicFramePr>
        <p:xfrm>
          <a:off x="254000" y="745067"/>
          <a:ext cx="11751733" cy="577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25811612"/>
                    </a:ext>
                  </a:extLst>
                </a:gridCol>
                <a:gridCol w="11218333">
                  <a:extLst>
                    <a:ext uri="{9D8B030D-6E8A-4147-A177-3AD203B41FA5}">
                      <a16:colId xmlns:a16="http://schemas.microsoft.com/office/drawing/2014/main" val="1783621008"/>
                    </a:ext>
                  </a:extLst>
                </a:gridCol>
              </a:tblGrid>
              <a:tr h="1443567">
                <a:tc>
                  <a:txBody>
                    <a:bodyPr/>
                    <a:lstStyle/>
                    <a:p>
                      <a:pPr algn="ctr"/>
                      <a:r>
                        <a:rPr lang="en-US" sz="15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Guest Visitor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15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171202"/>
                  </a:ext>
                </a:extLst>
              </a:tr>
              <a:tr h="1443567">
                <a:tc>
                  <a:txBody>
                    <a:bodyPr/>
                    <a:lstStyle/>
                    <a:p>
                      <a:pPr algn="ctr"/>
                      <a:r>
                        <a:rPr lang="en-US" sz="15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Registered User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15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077923"/>
                  </a:ext>
                </a:extLst>
              </a:tr>
              <a:tr h="1443567">
                <a:tc>
                  <a:txBody>
                    <a:bodyPr/>
                    <a:lstStyle/>
                    <a:p>
                      <a:pPr algn="ctr"/>
                      <a:r>
                        <a:rPr lang="en-US" sz="15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Organizer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15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480341"/>
                  </a:ext>
                </a:extLst>
              </a:tr>
              <a:tr h="1443567">
                <a:tc>
                  <a:txBody>
                    <a:bodyPr/>
                    <a:lstStyle/>
                    <a:p>
                      <a:pPr algn="ctr"/>
                      <a:r>
                        <a:rPr lang="en-US" sz="15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Systems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15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3387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B81AF9-017E-9CEB-75F2-23CCB638B9D9}"/>
              </a:ext>
            </a:extLst>
          </p:cNvPr>
          <p:cNvSpPr txBox="1"/>
          <p:nvPr/>
        </p:nvSpPr>
        <p:spPr>
          <a:xfrm>
            <a:off x="2143124" y="1299175"/>
            <a:ext cx="1329266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Browse events anonymously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9FB45-AB4B-8979-23D6-E7ADB6BA5D90}"/>
              </a:ext>
            </a:extLst>
          </p:cNvPr>
          <p:cNvSpPr txBox="1"/>
          <p:nvPr/>
        </p:nvSpPr>
        <p:spPr>
          <a:xfrm>
            <a:off x="4313765" y="1299175"/>
            <a:ext cx="1534584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Search and filter events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B18D2-10AB-FD82-A1AC-DEE0CABB3822}"/>
              </a:ext>
            </a:extLst>
          </p:cNvPr>
          <p:cNvSpPr txBox="1"/>
          <p:nvPr/>
        </p:nvSpPr>
        <p:spPr>
          <a:xfrm>
            <a:off x="6747923" y="1299175"/>
            <a:ext cx="1329266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event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8D789-75CD-67E6-F876-32B04856E8CF}"/>
              </a:ext>
            </a:extLst>
          </p:cNvPr>
          <p:cNvSpPr txBox="1"/>
          <p:nvPr/>
        </p:nvSpPr>
        <p:spPr>
          <a:xfrm>
            <a:off x="9067800" y="1299175"/>
            <a:ext cx="1329266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Register &amp; create account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4200B-477A-A475-AABF-982B9BB68223}"/>
              </a:ext>
            </a:extLst>
          </p:cNvPr>
          <p:cNvSpPr txBox="1"/>
          <p:nvPr/>
        </p:nvSpPr>
        <p:spPr>
          <a:xfrm>
            <a:off x="10009719" y="2670201"/>
            <a:ext cx="120861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Login authentication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B1ECD-1144-96AB-5159-E93ECCA2791F}"/>
              </a:ext>
            </a:extLst>
          </p:cNvPr>
          <p:cNvSpPr txBox="1"/>
          <p:nvPr/>
        </p:nvSpPr>
        <p:spPr>
          <a:xfrm>
            <a:off x="8723842" y="2670201"/>
            <a:ext cx="937681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573F7-49DE-DB45-6EF8-41C47459CEA1}"/>
              </a:ext>
            </a:extLst>
          </p:cNvPr>
          <p:cNvSpPr txBox="1"/>
          <p:nvPr/>
        </p:nvSpPr>
        <p:spPr>
          <a:xfrm>
            <a:off x="7061202" y="2562479"/>
            <a:ext cx="1329266" cy="7386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an event and choose ticket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3677B-D079-17C3-4A34-D0255084AA0D}"/>
              </a:ext>
            </a:extLst>
          </p:cNvPr>
          <p:cNvSpPr txBox="1"/>
          <p:nvPr/>
        </p:nvSpPr>
        <p:spPr>
          <a:xfrm>
            <a:off x="5368918" y="2562479"/>
            <a:ext cx="1329266" cy="7386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Purchase ticket (with promo code)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5ED15-025E-DA61-6F37-70DAD4A32531}"/>
              </a:ext>
            </a:extLst>
          </p:cNvPr>
          <p:cNvSpPr txBox="1"/>
          <p:nvPr/>
        </p:nvSpPr>
        <p:spPr>
          <a:xfrm>
            <a:off x="3706278" y="2562479"/>
            <a:ext cx="1329266" cy="7386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Receive digital QR ticket confirmation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BEBA0-4E5C-7EF4-F7C1-321E978E83BA}"/>
              </a:ext>
            </a:extLst>
          </p:cNvPr>
          <p:cNvSpPr txBox="1"/>
          <p:nvPr/>
        </p:nvSpPr>
        <p:spPr>
          <a:xfrm>
            <a:off x="2414586" y="2670201"/>
            <a:ext cx="1117594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email confirmation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3C25C-4D89-A963-E8B9-B35F5415A2F2}"/>
              </a:ext>
            </a:extLst>
          </p:cNvPr>
          <p:cNvSpPr txBox="1"/>
          <p:nvPr/>
        </p:nvSpPr>
        <p:spPr>
          <a:xfrm>
            <a:off x="911222" y="2670201"/>
            <a:ext cx="1329266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Request refund or cancellation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C9003D-6B07-C0D5-E904-DEFC43436AD4}"/>
              </a:ext>
            </a:extLst>
          </p:cNvPr>
          <p:cNvSpPr txBox="1"/>
          <p:nvPr/>
        </p:nvSpPr>
        <p:spPr>
          <a:xfrm>
            <a:off x="1855259" y="4169083"/>
            <a:ext cx="120861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 and publish event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D06B8C-300F-674C-EE01-43994C3DC3EE}"/>
              </a:ext>
            </a:extLst>
          </p:cNvPr>
          <p:cNvSpPr txBox="1"/>
          <p:nvPr/>
        </p:nvSpPr>
        <p:spPr>
          <a:xfrm>
            <a:off x="3968749" y="4172566"/>
            <a:ext cx="153458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Configure pricing &amp; seat capacity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6D76F-6043-79CC-8DAE-B6B2991630F5}"/>
              </a:ext>
            </a:extLst>
          </p:cNvPr>
          <p:cNvSpPr txBox="1"/>
          <p:nvPr/>
        </p:nvSpPr>
        <p:spPr>
          <a:xfrm>
            <a:off x="6279087" y="4169083"/>
            <a:ext cx="153458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View sales dashboard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6003EF-911D-E763-AAFE-6EB670D0CE71}"/>
              </a:ext>
            </a:extLst>
          </p:cNvPr>
          <p:cNvSpPr txBox="1"/>
          <p:nvPr/>
        </p:nvSpPr>
        <p:spPr>
          <a:xfrm>
            <a:off x="8723842" y="4169083"/>
            <a:ext cx="153458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Send updates and reminders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BF0B44-0B07-6745-0132-844F959FD8D8}"/>
              </a:ext>
            </a:extLst>
          </p:cNvPr>
          <p:cNvSpPr txBox="1"/>
          <p:nvPr/>
        </p:nvSpPr>
        <p:spPr>
          <a:xfrm>
            <a:off x="4821759" y="5558825"/>
            <a:ext cx="1876425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 processes transaction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2EC3C-5AE9-9BD9-27A9-A98E9331F03A}"/>
              </a:ext>
            </a:extLst>
          </p:cNvPr>
          <p:cNvSpPr txBox="1"/>
          <p:nvPr/>
        </p:nvSpPr>
        <p:spPr>
          <a:xfrm>
            <a:off x="7941198" y="5558825"/>
            <a:ext cx="2502967" cy="7386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 SMS API sends confirmation or refund updates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C32727-0EDF-82A2-9E8F-89B894F4BB6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397000" y="1560785"/>
            <a:ext cx="74612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83E248-F64B-BB70-5485-04044633BA7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472390" y="1555237"/>
            <a:ext cx="841375" cy="554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4E02B7-1B24-7EB2-00AE-DFE70D5BC5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848349" y="1560785"/>
            <a:ext cx="89957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A198BA-9F7C-0D91-8FBA-BB5149764F43}"/>
              </a:ext>
            </a:extLst>
          </p:cNvPr>
          <p:cNvCxnSpPr>
            <a:cxnSpLocks/>
          </p:cNvCxnSpPr>
          <p:nvPr/>
        </p:nvCxnSpPr>
        <p:spPr>
          <a:xfrm flipV="1">
            <a:off x="8077189" y="1552607"/>
            <a:ext cx="990611" cy="263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5BBF38E-1E09-F23B-EDD9-824DD262EE74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10397066" y="1560785"/>
            <a:ext cx="216961" cy="11094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D997D1E-F341-5D29-A85D-E81C232D1C9B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9661523" y="2931811"/>
            <a:ext cx="3481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97552C7-060F-1FD0-D04B-69F1555B111F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390468" y="2931811"/>
            <a:ext cx="333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B072E8-5160-5CAC-F8E9-6F3889459F20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6698184" y="2931811"/>
            <a:ext cx="363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A63DFF8-A826-09F5-5375-F0C3981EFC00}"/>
              </a:ext>
            </a:extLst>
          </p:cNvPr>
          <p:cNvCxnSpPr>
            <a:endCxn id="13" idx="3"/>
          </p:cNvCxnSpPr>
          <p:nvPr/>
        </p:nvCxnSpPr>
        <p:spPr>
          <a:xfrm flipH="1">
            <a:off x="3532180" y="2931811"/>
            <a:ext cx="174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95F5170-1A06-9040-BCC7-A59A127706EE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2240488" y="2931811"/>
            <a:ext cx="174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1911953-8F98-B607-2530-4DEA28579B1D}"/>
              </a:ext>
            </a:extLst>
          </p:cNvPr>
          <p:cNvCxnSpPr>
            <a:endCxn id="16" idx="1"/>
          </p:cNvCxnSpPr>
          <p:nvPr/>
        </p:nvCxnSpPr>
        <p:spPr>
          <a:xfrm>
            <a:off x="3063874" y="4430693"/>
            <a:ext cx="904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09B8503-046E-F6D3-EC19-9FE75179D713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5503334" y="4430693"/>
            <a:ext cx="775753" cy="3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0A71D0E-9374-8138-A195-EC0EBFC66595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7813672" y="4430693"/>
            <a:ext cx="910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4360946-7B18-1527-F57D-74960899BE34}"/>
              </a:ext>
            </a:extLst>
          </p:cNvPr>
          <p:cNvSpPr/>
          <p:nvPr/>
        </p:nvSpPr>
        <p:spPr>
          <a:xfrm>
            <a:off x="911222" y="1315107"/>
            <a:ext cx="468845" cy="4253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9D265EA-C5DB-9845-A761-32AC915E4B22}"/>
              </a:ext>
            </a:extLst>
          </p:cNvPr>
          <p:cNvCxnSpPr>
            <a:cxnSpLocks/>
            <a:stCxn id="70" idx="0"/>
            <a:endCxn id="7" idx="0"/>
          </p:cNvCxnSpPr>
          <p:nvPr/>
        </p:nvCxnSpPr>
        <p:spPr>
          <a:xfrm rot="5400000" flipH="1" flipV="1">
            <a:off x="5431073" y="-2986253"/>
            <a:ext cx="15932" cy="8586788"/>
          </a:xfrm>
          <a:prstGeom prst="bentConnector3">
            <a:avLst>
              <a:gd name="adj1" fmla="val 1534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B4A8882-47CE-FD73-94F0-E95F3CFF4499}"/>
              </a:ext>
            </a:extLst>
          </p:cNvPr>
          <p:cNvCxnSpPr/>
          <p:nvPr/>
        </p:nvCxnSpPr>
        <p:spPr>
          <a:xfrm>
            <a:off x="6033551" y="3301143"/>
            <a:ext cx="0" cy="2257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AD393BC-F2F9-43A7-0886-728F947C1511}"/>
              </a:ext>
            </a:extLst>
          </p:cNvPr>
          <p:cNvCxnSpPr>
            <a:stCxn id="19" idx="3"/>
          </p:cNvCxnSpPr>
          <p:nvPr/>
        </p:nvCxnSpPr>
        <p:spPr>
          <a:xfrm>
            <a:off x="6698184" y="5820435"/>
            <a:ext cx="1243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A0F7674-5840-2F45-0975-60BDDCEC44CA}"/>
              </a:ext>
            </a:extLst>
          </p:cNvPr>
          <p:cNvCxnSpPr/>
          <p:nvPr/>
        </p:nvCxnSpPr>
        <p:spPr>
          <a:xfrm flipH="1">
            <a:off x="3516311" y="5820435"/>
            <a:ext cx="13054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AEA840B-87BB-34E3-D58E-8F04349D43F5}"/>
              </a:ext>
            </a:extLst>
          </p:cNvPr>
          <p:cNvCxnSpPr>
            <a:cxnSpLocks/>
          </p:cNvCxnSpPr>
          <p:nvPr/>
        </p:nvCxnSpPr>
        <p:spPr>
          <a:xfrm flipV="1">
            <a:off x="3516311" y="3632201"/>
            <a:ext cx="0" cy="21882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E9222FB-5635-3C85-1C1B-BAECDBE957E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516310" y="3301143"/>
            <a:ext cx="854601" cy="3453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7C7ACDB0-7FDD-A15D-CE1C-94871BC5BEEA}"/>
              </a:ext>
            </a:extLst>
          </p:cNvPr>
          <p:cNvCxnSpPr>
            <a:cxnSpLocks/>
            <a:endCxn id="20" idx="3"/>
          </p:cNvCxnSpPr>
          <p:nvPr/>
        </p:nvCxnSpPr>
        <p:spPr>
          <a:xfrm rot="5400000">
            <a:off x="10018663" y="4855486"/>
            <a:ext cx="1498173" cy="6471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53889D0-5B44-7B94-CD83-976E53F4AEC8}"/>
              </a:ext>
            </a:extLst>
          </p:cNvPr>
          <p:cNvCxnSpPr>
            <a:stCxn id="18" idx="3"/>
          </p:cNvCxnSpPr>
          <p:nvPr/>
        </p:nvCxnSpPr>
        <p:spPr>
          <a:xfrm flipV="1">
            <a:off x="10258427" y="4429984"/>
            <a:ext cx="832906" cy="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89566DA-72A2-F07A-C391-9DF3ECEEADD2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843487" y="4426578"/>
            <a:ext cx="1011772" cy="41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A07AA17-EAB9-434B-FB00-0DE8C5123DFD}"/>
              </a:ext>
            </a:extLst>
          </p:cNvPr>
          <p:cNvCxnSpPr/>
          <p:nvPr/>
        </p:nvCxnSpPr>
        <p:spPr>
          <a:xfrm flipV="1">
            <a:off x="843488" y="2336800"/>
            <a:ext cx="0" cy="20931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5425252-E71D-B593-4BB5-BE22D4FF0E1B}"/>
              </a:ext>
            </a:extLst>
          </p:cNvPr>
          <p:cNvCxnSpPr>
            <a:cxnSpLocks/>
          </p:cNvCxnSpPr>
          <p:nvPr/>
        </p:nvCxnSpPr>
        <p:spPr>
          <a:xfrm>
            <a:off x="843488" y="2336800"/>
            <a:ext cx="18743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BE6CD76-5D1E-8193-7274-7D1B47E4A69C}"/>
              </a:ext>
            </a:extLst>
          </p:cNvPr>
          <p:cNvCxnSpPr/>
          <p:nvPr/>
        </p:nvCxnSpPr>
        <p:spPr>
          <a:xfrm flipV="1">
            <a:off x="2726267" y="1888067"/>
            <a:ext cx="0" cy="44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7182D5CD-EC35-F783-1533-460AD470A936}"/>
              </a:ext>
            </a:extLst>
          </p:cNvPr>
          <p:cNvSpPr/>
          <p:nvPr/>
        </p:nvSpPr>
        <p:spPr>
          <a:xfrm>
            <a:off x="11469155" y="5869347"/>
            <a:ext cx="468845" cy="4253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96B6DF5-0179-3310-5CB6-B3FED7AC5D4C}"/>
              </a:ext>
            </a:extLst>
          </p:cNvPr>
          <p:cNvCxnSpPr>
            <a:cxnSpLocks/>
          </p:cNvCxnSpPr>
          <p:nvPr/>
        </p:nvCxnSpPr>
        <p:spPr>
          <a:xfrm>
            <a:off x="10444165" y="6082045"/>
            <a:ext cx="948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E0887FC-FF25-290F-8454-8BB61C992DCE}"/>
              </a:ext>
            </a:extLst>
          </p:cNvPr>
          <p:cNvSpPr txBox="1"/>
          <p:nvPr/>
        </p:nvSpPr>
        <p:spPr>
          <a:xfrm>
            <a:off x="3976680" y="213553"/>
            <a:ext cx="3978276" cy="4001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Eventify – UML Activity Diagram</a:t>
            </a:r>
          </a:p>
        </p:txBody>
      </p:sp>
      <p:sp>
        <p:nvSpPr>
          <p:cNvPr id="21" name="Shape 126">
            <a:extLst>
              <a:ext uri="{FF2B5EF4-FFF2-40B4-BE49-F238E27FC236}">
                <a16:creationId xmlns:a16="http://schemas.microsoft.com/office/drawing/2014/main" id="{02A8B3B4-989D-613E-B548-F380037E1A21}"/>
              </a:ext>
            </a:extLst>
          </p:cNvPr>
          <p:cNvSpPr/>
          <p:nvPr/>
        </p:nvSpPr>
        <p:spPr>
          <a:xfrm>
            <a:off x="11392432" y="5803645"/>
            <a:ext cx="613302" cy="556797"/>
          </a:xfrm>
          <a:prstGeom prst="donut">
            <a:avLst>
              <a:gd name="adj" fmla="val 1503"/>
            </a:avLst>
          </a:prstGeom>
          <a:solidFill>
            <a:srgbClr val="134D7E"/>
          </a:solidFill>
          <a:ln w="25400" cap="flat" cmpd="sng">
            <a:solidFill>
              <a:srgbClr val="0D385B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-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A4317A-42A5-A760-5B44-397A75351969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575855" y="3193421"/>
            <a:ext cx="0" cy="27347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007958-2098-DE44-3184-D0C37A2F3D4C}"/>
              </a:ext>
            </a:extLst>
          </p:cNvPr>
          <p:cNvCxnSpPr/>
          <p:nvPr/>
        </p:nvCxnSpPr>
        <p:spPr>
          <a:xfrm>
            <a:off x="1575855" y="5928157"/>
            <a:ext cx="3245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156FDA-44E7-59B8-19B7-2EBF8ED8283D}"/>
              </a:ext>
            </a:extLst>
          </p:cNvPr>
          <p:cNvCxnSpPr/>
          <p:nvPr/>
        </p:nvCxnSpPr>
        <p:spPr>
          <a:xfrm flipH="1">
            <a:off x="3302000" y="6172200"/>
            <a:ext cx="46391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CF77A22-3953-CEC3-DA36-A111D5CCBA26}"/>
              </a:ext>
            </a:extLst>
          </p:cNvPr>
          <p:cNvCxnSpPr/>
          <p:nvPr/>
        </p:nvCxnSpPr>
        <p:spPr>
          <a:xfrm flipV="1">
            <a:off x="3293533" y="3193421"/>
            <a:ext cx="0" cy="2995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5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101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Soni, Riddhi Hasmukhbhai</dc:creator>
  <cp:lastModifiedBy>Soni, Riddhi Hasmukhbhai</cp:lastModifiedBy>
  <cp:revision>13</cp:revision>
  <dcterms:created xsi:type="dcterms:W3CDTF">2025-10-23T16:16:05Z</dcterms:created>
  <dcterms:modified xsi:type="dcterms:W3CDTF">2025-10-24T12:06:29Z</dcterms:modified>
</cp:coreProperties>
</file>