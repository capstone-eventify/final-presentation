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Nunito" pitchFamily="2" charset="77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8"/>
  </p:normalViewPr>
  <p:slideViewPr>
    <p:cSldViewPr snapToGrid="0">
      <p:cViewPr varScale="1">
        <p:scale>
          <a:sx n="131" d="100"/>
          <a:sy n="131" d="100"/>
        </p:scale>
        <p:origin x="192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d92deb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d92deb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d92deb1a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d92deb1a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d92deb1a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d92deb1a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d92deb1a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d92deb1a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331975" y="1252100"/>
            <a:ext cx="6107700" cy="7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Eventify - GitHub Organization</a:t>
            </a:r>
            <a:endParaRPr sz="290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441326" y="2106150"/>
            <a:ext cx="5694000" cy="4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 management and ticketing platform</a:t>
            </a:r>
            <a:endParaRPr sz="1900"/>
          </a:p>
        </p:txBody>
      </p:sp>
      <p:sp>
        <p:nvSpPr>
          <p:cNvPr id="130" name="Google Shape;130;p13"/>
          <p:cNvSpPr txBox="1"/>
          <p:nvPr/>
        </p:nvSpPr>
        <p:spPr>
          <a:xfrm>
            <a:off x="6846325" y="4118350"/>
            <a:ext cx="15927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Team 1</a:t>
            </a:r>
            <a:endParaRPr sz="2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311700" y="864525"/>
            <a:ext cx="4059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41414"/>
                </a:solidFill>
              </a:rPr>
              <a:t>Organization-Overview</a:t>
            </a:r>
            <a:endParaRPr>
              <a:solidFill>
                <a:srgbClr val="141414"/>
              </a:solidFill>
            </a:endParaRPr>
          </a:p>
        </p:txBody>
      </p:sp>
      <p:pic>
        <p:nvPicPr>
          <p:cNvPr id="136" name="Google Shape;136;p14" title="Untitl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9550"/>
            <a:ext cx="4377850" cy="2462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 title="Untitled 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650" y="2348425"/>
            <a:ext cx="4673923" cy="262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/>
          <p:nvPr/>
        </p:nvSpPr>
        <p:spPr>
          <a:xfrm>
            <a:off x="5323875" y="2732125"/>
            <a:ext cx="3638100" cy="21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41414"/>
              </a:buClr>
              <a:buSzPts val="1400"/>
              <a:buChar char="●"/>
            </a:pPr>
            <a:r>
              <a:rPr lang="en-GB">
                <a:solidFill>
                  <a:srgbClr val="141414"/>
                </a:solidFill>
              </a:rPr>
              <a:t>Repositories:</a:t>
            </a:r>
            <a:endParaRPr>
              <a:solidFill>
                <a:srgbClr val="141414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Char char="○"/>
            </a:pPr>
            <a:r>
              <a:rPr lang="en-GB">
                <a:solidFill>
                  <a:srgbClr val="141414"/>
                </a:solidFill>
              </a:rPr>
              <a:t>Frontend (TypeScript, MIT License) </a:t>
            </a:r>
            <a:endParaRPr>
              <a:solidFill>
                <a:srgbClr val="141414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Char char="○"/>
            </a:pPr>
            <a:r>
              <a:rPr lang="en-GB">
                <a:solidFill>
                  <a:srgbClr val="141414"/>
                </a:solidFill>
              </a:rPr>
              <a:t>Backend (JavaScript, MIT License) </a:t>
            </a:r>
            <a:endParaRPr>
              <a:solidFill>
                <a:srgbClr val="141414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Char char="○"/>
            </a:pPr>
            <a:r>
              <a:rPr lang="en-GB">
                <a:solidFill>
                  <a:srgbClr val="141414"/>
                </a:solidFill>
              </a:rPr>
              <a:t>Final-presentation (Public) </a:t>
            </a:r>
            <a:endParaRPr>
              <a:solidFill>
                <a:srgbClr val="141414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Char char="●"/>
            </a:pPr>
            <a:r>
              <a:rPr lang="en-GB">
                <a:solidFill>
                  <a:srgbClr val="141414"/>
                </a:solidFill>
              </a:rPr>
              <a:t>Status: Active development</a:t>
            </a:r>
            <a:endParaRPr>
              <a:solidFill>
                <a:srgbClr val="141414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Char char="●"/>
            </a:pPr>
            <a:r>
              <a:rPr lang="en-GB">
                <a:solidFill>
                  <a:srgbClr val="141414"/>
                </a:solidFill>
              </a:rPr>
              <a:t>Visibility: Public</a:t>
            </a:r>
            <a:endParaRPr>
              <a:solidFill>
                <a:srgbClr val="141414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4903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41414"/>
                </a:solidFill>
              </a:rPr>
              <a:t>Frontend</a:t>
            </a:r>
            <a:endParaRPr>
              <a:solidFill>
                <a:srgbClr val="141414"/>
              </a:solidFill>
            </a:endParaRPr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732400" cy="33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954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Technologies: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Framework: Next.js 14 with App Router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Language: TypeScript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Styling: Tailwind CSS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Features: Homepage with Hero, Features, Pricing sections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Commits: "Initial commit: Eventify Homepage"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2954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Key Folders: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src/app/ - Page routes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src/components/ - Reusable UI components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src/data/ - Mock data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700"/>
              </a:spcBef>
              <a:spcAft>
                <a:spcPts val="1200"/>
              </a:spcAft>
              <a:buNone/>
            </a:pP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5" title="Untitled 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6425" y="874063"/>
            <a:ext cx="5841850" cy="328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5371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41414"/>
                </a:solidFill>
              </a:rPr>
              <a:t>Backend</a:t>
            </a:r>
            <a:endParaRPr>
              <a:solidFill>
                <a:srgbClr val="141414"/>
              </a:solidFill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280275" y="1233450"/>
            <a:ext cx="2709300" cy="3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954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141414"/>
                </a:solidFill>
              </a:rPr>
              <a:t>Technologies: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Runtime: Node.js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Framework: Express.js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Database: PostgreSQL with Prisma ORM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Features: Authentication, Event Management, Payment Processing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Commits: "backend v0.1"</a:t>
            </a:r>
            <a:endParaRPr sz="1200">
              <a:solidFill>
                <a:srgbClr val="141414"/>
              </a:solidFill>
            </a:endParaRPr>
          </a:p>
          <a:p>
            <a:pPr marL="0" lvl="0" indent="0" algn="l" rtl="0">
              <a:lnSpc>
                <a:spcPct val="112954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141414"/>
                </a:solidFill>
              </a:rPr>
              <a:t>Key Folders: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src/config/ - Database configuration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src/controllers/ - Request handlers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src/routes/ - API endpoints</a:t>
            </a:r>
            <a:endParaRPr sz="1200">
              <a:solidFill>
                <a:srgbClr val="141414"/>
              </a:solidFill>
            </a:endParaRPr>
          </a:p>
          <a:p>
            <a:pPr marL="609600" lvl="0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Char char="●"/>
            </a:pPr>
            <a:r>
              <a:rPr lang="en-GB" sz="1200">
                <a:solidFill>
                  <a:srgbClr val="141414"/>
                </a:solidFill>
              </a:rPr>
              <a:t>src/middleware/ - JWT authentication</a:t>
            </a:r>
            <a:endParaRPr sz="1200">
              <a:solidFill>
                <a:srgbClr val="141414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700"/>
              </a:spcBef>
              <a:spcAft>
                <a:spcPts val="1200"/>
              </a:spcAft>
              <a:buNone/>
            </a:pPr>
            <a:endParaRPr sz="1200">
              <a:solidFill>
                <a:srgbClr val="141414"/>
              </a:solidFill>
            </a:endParaRPr>
          </a:p>
        </p:txBody>
      </p:sp>
      <p:pic>
        <p:nvPicPr>
          <p:cNvPr id="152" name="Google Shape;152;p16" title="Untitled 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550" y="831650"/>
            <a:ext cx="5990400" cy="33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311700" y="485325"/>
            <a:ext cx="24591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41414"/>
                </a:solidFill>
              </a:rPr>
              <a:t>Final </a:t>
            </a:r>
            <a:endParaRPr>
              <a:solidFill>
                <a:srgbClr val="14141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41414"/>
                </a:solidFill>
              </a:rPr>
              <a:t>Presentation</a:t>
            </a:r>
            <a:endParaRPr>
              <a:solidFill>
                <a:srgbClr val="141414"/>
              </a:solidFill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5215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9600" lvl="0" indent="-304800" algn="l" rtl="0">
              <a:spcBef>
                <a:spcPts val="70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Tracked deliverables from entry through final submission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Sprint documentation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lvl="0" indent="-304800" algn="l" rt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●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Project Entry materials: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Fishbone and Context diagrams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Jenkins progress reports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Presentation scripts</a:t>
            </a: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00"/>
              </a:spcBef>
              <a:spcAft>
                <a:spcPts val="1200"/>
              </a:spcAft>
              <a:buNone/>
            </a:pPr>
            <a:endParaRPr sz="1200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7" title="Untitled 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575" y="722325"/>
            <a:ext cx="6068400" cy="34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Macintosh PowerPoint</Application>
  <PresentationFormat>On-screen Show (16:9)</PresentationFormat>
  <Paragraphs>42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Nunito</vt:lpstr>
      <vt:lpstr>Roboto</vt:lpstr>
      <vt:lpstr>Shift</vt:lpstr>
      <vt:lpstr>Eventify - GitHub Organization</vt:lpstr>
      <vt:lpstr>Organization-Overview</vt:lpstr>
      <vt:lpstr>Frontend</vt:lpstr>
      <vt:lpstr>Backend</vt:lpstr>
      <vt:lpstr>Final 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Khan, Surmed Adil</cp:lastModifiedBy>
  <cp:revision>1</cp:revision>
  <dcterms:modified xsi:type="dcterms:W3CDTF">2025-10-27T21:56:05Z</dcterms:modified>
</cp:coreProperties>
</file>