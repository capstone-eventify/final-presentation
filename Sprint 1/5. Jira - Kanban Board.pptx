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08"/>
  </p:normalViewPr>
  <p:slideViewPr>
    <p:cSldViewPr snapToGrid="0">
      <p:cViewPr varScale="1">
        <p:scale>
          <a:sx n="98" d="100"/>
          <a:sy n="98" d="100"/>
        </p:scale>
        <p:origin x="21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FE0011-757D-4441-A3FD-11451BF1C672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51FFE7-5E82-FB47-8BAD-821A179DE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8745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51FFE7-5E82-FB47-8BAD-821A179DE15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5823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1F82B-68AA-7CDC-C3FB-9B3F852B5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6EB069-0C80-8163-BB01-DE66F039C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6E8FF-DC3F-DEE0-3531-8436C8895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EEE2-8905-8C49-9B04-C327E62CEBC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37465-8F50-886E-AF3F-BB3F3CAC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461DB-7AF5-299D-E98D-184433E7D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7003-89D9-9043-A2BD-9FFFD01DF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97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F73C8-59B3-F383-2F29-92260D24C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2D22C-FFBE-8A3B-ABD9-04FDE6D85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62322-A424-00E5-93D7-EE67C35F8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EEE2-8905-8C49-9B04-C327E62CEBC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55E8BA-463D-BF31-1E2A-F83AF9C51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5017A-FC4E-D39B-9FC2-3A4B656EE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7003-89D9-9043-A2BD-9FFFD01DF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974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25A68-3D21-A8FD-81C8-7FA177FCF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0C609-B6C1-9FC7-3AFA-13FFCF8EAE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2BAE87-8911-B7DD-5E52-4FA746C52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EEE2-8905-8C49-9B04-C327E62CEBC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85362B-88DA-9B99-55B0-5D5114AFC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3F438-DF0B-D8F8-FA72-A7410B4DE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7003-89D9-9043-A2BD-9FFFD01DF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032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CF6D7-23F0-F2F6-21E1-CE8B01D54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CC245-3EEB-B005-E3D4-EE77E691AB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5F3F1A-2642-0BFF-A365-839F9B7AB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B989F6-15E3-B639-D660-15ADE8652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EEE2-8905-8C49-9B04-C327E62CEBC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6D78CB-BE20-28DE-C757-6CA65060F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ADEF72-1711-3C8C-4F9B-5C57E9CEE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7003-89D9-9043-A2BD-9FFFD01DF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0635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BC3004-3D51-D1F6-EFBA-9E5967C28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7BF8FB-BBBF-0A68-DB68-0BCC75B87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A99679-5BE4-B214-4810-F5BB3EB7C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A1B5E1-6293-7205-D92F-03A7D99C5C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FECF78-9281-D138-304B-E9A3AB4B45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34EEC3-FF05-1F57-68FF-E4F5EB0F5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EEE2-8905-8C49-9B04-C327E62CEBC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19D051-5DCA-7003-EAE7-7C9EDF9F8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4B5C72-D8C4-5674-B375-19F9E9F6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7003-89D9-9043-A2BD-9FFFD01DF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152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46A1-56E9-4C94-6955-26D0947D5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56DFDA-6CF4-A92D-F2BC-E9823C7B1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EEE2-8905-8C49-9B04-C327E62CEBC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067EC4-C3F6-BC36-EDC5-D340A3737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8DC50-A213-F9E2-24D3-94F3E8B12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7003-89D9-9043-A2BD-9FFFD01DF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621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771DB1-DE70-0CBD-7BDD-9B5F483A6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EEE2-8905-8C49-9B04-C327E62CEBC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244681-3193-1E30-1B0B-C0DBAB1DF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157A1-94CE-E4E5-ADB3-2C1D17FF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7003-89D9-9043-A2BD-9FFFD01DF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78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12D8C-2DA6-8C90-330C-863A94885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89FC8-E7CE-A07E-7BE3-BFEA0B19C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E8432B-CE88-C1DF-07FE-7E84C77B79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D4769E-2C73-A93D-9D0A-C3BB33D89F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EEE2-8905-8C49-9B04-C327E62CEBC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D92036-9269-3737-8BFC-ED3B724D3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9F139A-C078-F7CB-9196-9A10A71D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7003-89D9-9043-A2BD-9FFFD01DF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27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C3C36-150E-E1E1-1FB5-B0F9E8B44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DB2BF5-C60C-D80B-9124-40CA77F30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D3CB20-D06A-98E0-C225-0994133E40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6B0CA-E801-4F7B-48E8-96A5DD27B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EEE2-8905-8C49-9B04-C327E62CEBC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38E2EE-FC66-F00F-2F24-74B4B0662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AE637-B7CF-3D98-AB76-804FCFF3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7003-89D9-9043-A2BD-9FFFD01DF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57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F11E7-823D-A178-07FE-1D305297F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82BBDA-D81B-75AD-ED01-218D61616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DF208-3BEC-BC2F-C479-C94055DC5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EEE2-8905-8C49-9B04-C327E62CEBC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80D88-B546-B324-13A8-D034E93D6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93A5A-77D8-23E0-CE2D-96C8C601A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7003-89D9-9043-A2BD-9FFFD01DF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966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DBAE56-7B71-9057-66E9-9A4CE34498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29965A-1693-8EB9-9369-4A842AD28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FD9DE-DA7B-4286-3094-C3526D5E6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5EEE2-8905-8C49-9B04-C327E62CEBC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459A5A-C984-9E6B-DD93-018AE1933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8E3230-0FBE-F890-6742-9B6131AD3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787003-89D9-9043-A2BD-9FFFD01DF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26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6FA981-5CFB-78FB-885A-948AC53D2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0115AF-07B8-F9BA-141E-FF0C398F4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1835E-2404-DB97-5F99-EBD4D5765C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E5EEE2-8905-8C49-9B04-C327E62CEBCA}" type="datetimeFigureOut">
              <a:rPr lang="en-US" smtClean="0"/>
              <a:t>10/28/25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95E10-8992-B7BE-3DBB-47E393BBEF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98857-7204-F8C4-10FE-1423A4FB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787003-89D9-9043-A2BD-9FFFD01DF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123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4522B21E-B2B9-4C72-9A71-C87EFD137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5EB7D2A2-F448-44D4-938C-DC84CBCB3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4412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2"/>
            <a:ext cx="10999072" cy="461854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BC0350-A7CD-0BF8-9657-70C79099B5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93338"/>
            <a:ext cx="9144000" cy="3274592"/>
          </a:xfrm>
        </p:spPr>
        <p:txBody>
          <a:bodyPr anchor="ctr">
            <a:normAutofit/>
          </a:bodyPr>
          <a:lstStyle/>
          <a:p>
            <a:r>
              <a:rPr lang="en-US" sz="7200"/>
              <a:t>Jira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C06025-CA28-6D7E-2758-065C52EBE6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14052"/>
            <a:ext cx="9144000" cy="651910"/>
          </a:xfrm>
        </p:spPr>
        <p:txBody>
          <a:bodyPr anchor="ctr">
            <a:normAutofit/>
          </a:bodyPr>
          <a:lstStyle/>
          <a:p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7C8EA93-3210-4C62-99E9-153C275E3A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6464" y="6354708"/>
            <a:ext cx="11000232" cy="0"/>
          </a:xfrm>
          <a:prstGeom prst="line">
            <a:avLst/>
          </a:prstGeom>
          <a:ln w="10160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985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D3A6BF-C3DA-9B48-A975-08008308E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Timeline view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5DFF82-EDE5-C0AD-65A9-FF297A6165E2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This shows the </a:t>
            </a:r>
            <a:r>
              <a:rPr lang="en-US" sz="2000" b="1"/>
              <a:t>Timeline view</a:t>
            </a:r>
            <a:r>
              <a:rPr lang="en-US" sz="2000"/>
              <a:t> of the </a:t>
            </a:r>
            <a:r>
              <a:rPr lang="en-US" sz="2000" i="1"/>
              <a:t>Eventify</a:t>
            </a:r>
            <a:r>
              <a:rPr lang="en-US" sz="2000"/>
              <a:t> project in Jira.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Each purple bar represents an </a:t>
            </a:r>
            <a:r>
              <a:rPr lang="en-US" sz="2000" b="1"/>
              <a:t>Epic</a:t>
            </a:r>
            <a:r>
              <a:rPr lang="en-US" sz="2000"/>
              <a:t>, such as Account Management, Event Browsing, Ticketing, Organizer Management, and Notifications.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The bars show </a:t>
            </a:r>
            <a:r>
              <a:rPr lang="en-US" sz="2000" b="1"/>
              <a:t>how long each Epic runs</a:t>
            </a:r>
            <a:r>
              <a:rPr lang="en-US" sz="2000"/>
              <a:t> and how they </a:t>
            </a:r>
            <a:r>
              <a:rPr lang="en-US" sz="2000" b="1"/>
              <a:t>overlap across sprints</a:t>
            </a:r>
            <a:r>
              <a:rPr lang="en-US" sz="2000"/>
              <a:t> in October and November.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/>
              <a:t>It helps track project progress and dependencies between different features.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D650815-4BBB-F870-8261-8F2D23FE89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869" r="3" b="3"/>
          <a:stretch>
            <a:fillRect/>
          </a:stretch>
        </p:blipFill>
        <p:spPr>
          <a:xfrm>
            <a:off x="5911532" y="2484255"/>
            <a:ext cx="5150277" cy="371424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86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C094D6-8A65-D124-0088-8710E726C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2000"/>
              <a:t>Backlog: Sprint 3</a:t>
            </a:r>
            <a:endParaRPr lang="en-US" sz="48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F18C4-CA0B-886B-809B-68EAF4D09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900"/>
              <a:t>This one shows </a:t>
            </a:r>
            <a:r>
              <a:rPr lang="en-US" sz="1900" b="1"/>
              <a:t>Sprint 3</a:t>
            </a:r>
            <a:r>
              <a:rPr lang="en-US" sz="1900"/>
              <a:t>, containing </a:t>
            </a:r>
            <a:r>
              <a:rPr lang="en-US" sz="1900" b="1"/>
              <a:t>7 work items</a:t>
            </a:r>
            <a:r>
              <a:rPr lang="en-US" sz="19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/>
              <a:t>Tasks here are mostly related to </a:t>
            </a:r>
            <a:r>
              <a:rPr lang="en-US" sz="1900" b="1"/>
              <a:t>Ticketing &amp; Payments</a:t>
            </a:r>
            <a:r>
              <a:rPr lang="en-US" sz="1900"/>
              <a:t>, </a:t>
            </a:r>
            <a:r>
              <a:rPr lang="en-US" sz="1900" b="1"/>
              <a:t>Organizer Management</a:t>
            </a:r>
            <a:r>
              <a:rPr lang="en-US" sz="1900"/>
              <a:t>, and </a:t>
            </a:r>
            <a:r>
              <a:rPr lang="en-US" sz="1900" b="1"/>
              <a:t>Notifications</a:t>
            </a:r>
            <a:r>
              <a:rPr lang="en-US" sz="1900"/>
              <a:t> modules.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/>
              <a:t>Most items are currently in the </a:t>
            </a:r>
            <a:r>
              <a:rPr lang="en-US" sz="1900" b="1"/>
              <a:t>“To Do”</a:t>
            </a:r>
            <a:r>
              <a:rPr lang="en-US" sz="1900"/>
              <a:t> stage, meaning they’re planned but not yet started.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/>
              <a:t>This view helps plan upcoming sprint activities and prepare the next development cycle.</a:t>
            </a:r>
          </a:p>
          <a:p>
            <a:endParaRPr lang="en-US" sz="19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1C91BB-02ED-49A1-E508-52C35CBAED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67537"/>
            <a:ext cx="5150277" cy="334767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4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89231B-9ACA-AA42-9BC0-E4000AD7C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Backlog: Sprint 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89F65D-3DD3-94DC-4F81-C72F13BB7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900"/>
              <a:t>This image shows </a:t>
            </a:r>
            <a:r>
              <a:rPr lang="en-US" sz="1900" b="1"/>
              <a:t>Sprint 2</a:t>
            </a:r>
            <a:r>
              <a:rPr lang="en-US" sz="1900"/>
              <a:t> tasks in the </a:t>
            </a:r>
            <a:r>
              <a:rPr lang="en-US" sz="1900" b="1"/>
              <a:t>Backlog view</a:t>
            </a:r>
            <a:r>
              <a:rPr lang="en-US" sz="190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/>
              <a:t>It lists </a:t>
            </a:r>
            <a:r>
              <a:rPr lang="en-US" sz="1900" b="1"/>
              <a:t>10 user stories</a:t>
            </a:r>
            <a:r>
              <a:rPr lang="en-US" sz="1900"/>
              <a:t> under Sprint 2, covering multiple Epics like Event Browsing, Ticketing, Organizer Management, and Notifications.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/>
              <a:t>The blue labels indicate the </a:t>
            </a:r>
            <a:r>
              <a:rPr lang="en-US" sz="1900" b="1"/>
              <a:t>Epic each task belongs to</a:t>
            </a:r>
            <a:r>
              <a:rPr lang="en-US" sz="1900"/>
              <a:t>, and the “In Progress” status shows that the work has started.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/>
              <a:t>This view helps manage all ongoing sprint activities and monitor task progress.</a:t>
            </a:r>
          </a:p>
          <a:p>
            <a:endParaRPr lang="en-US" sz="19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C3D74C-D805-59E5-A620-84DCCE818F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67537"/>
            <a:ext cx="5150277" cy="334767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201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17AB3D3-3C9C-4DED-809A-78734805B8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57500F-3F1B-EB85-AFEC-D7A12AB7F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Jira Board View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9A7C847-8784-135C-D721-6881CED6F63A}"/>
              </a:ext>
            </a:extLst>
          </p:cNvPr>
          <p:cNvSpPr txBox="1"/>
          <p:nvPr/>
        </p:nvSpPr>
        <p:spPr>
          <a:xfrm>
            <a:off x="793661" y="2599509"/>
            <a:ext cx="4530898" cy="3639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This screen shows our </a:t>
            </a:r>
            <a:r>
              <a:rPr lang="en-US" sz="1700" b="1"/>
              <a:t>Kanban board</a:t>
            </a:r>
            <a:r>
              <a:rPr lang="en-US" sz="1700"/>
              <a:t> for the </a:t>
            </a:r>
            <a:r>
              <a:rPr lang="en-US" sz="1700" i="1"/>
              <a:t>Eventify</a:t>
            </a:r>
            <a:r>
              <a:rPr lang="en-US" sz="1700"/>
              <a:t> project.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Tasks are divided into three columns: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To Do:</a:t>
            </a:r>
            <a:r>
              <a:rPr lang="en-US" sz="1700"/>
              <a:t> Tasks yet to be started.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In Progress:</a:t>
            </a:r>
            <a:r>
              <a:rPr lang="en-US" sz="1700"/>
              <a:t> Tasks currently being worked on (e.g., “Share Event”, “Purchase Tickets”).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/>
              <a:t>Done:</a:t>
            </a:r>
            <a:r>
              <a:rPr lang="en-US" sz="1700"/>
              <a:t> Completed tasks.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Each task card shows the feature name, related epic, and the task ID (e.g., EV-11).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This view helps track team progress visually and ensures all tasks are actively managed during the sprint.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55EFB1-0F4E-9C4F-DFCE-28815DEE87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869" r="3" b="3"/>
          <a:stretch>
            <a:fillRect/>
          </a:stretch>
        </p:blipFill>
        <p:spPr>
          <a:xfrm>
            <a:off x="5412665" y="2484255"/>
            <a:ext cx="5649145" cy="3714244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805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4A922E-CCA1-2001-0A0F-9B2645377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Jira Timeline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FE261-5C73-5D66-1540-580D5E32D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900"/>
              <a:t>This screen shows the </a:t>
            </a:r>
            <a:r>
              <a:rPr lang="en-US" sz="1900" b="1"/>
              <a:t>timeline view</a:t>
            </a:r>
            <a:r>
              <a:rPr lang="en-US" sz="1900"/>
              <a:t> of our sprints and epics.</a:t>
            </a:r>
          </a:p>
          <a:p>
            <a:r>
              <a:rPr lang="en-US" sz="1900"/>
              <a:t>Each purple bar represents an </a:t>
            </a:r>
            <a:r>
              <a:rPr lang="en-US" sz="1900" b="1"/>
              <a:t>Epic</a:t>
            </a:r>
            <a:r>
              <a:rPr lang="en-US" sz="1900"/>
              <a:t> (like </a:t>
            </a:r>
            <a:r>
              <a:rPr lang="en-US" sz="1900" i="1"/>
              <a:t>Ticketing &amp; Payments</a:t>
            </a:r>
            <a:r>
              <a:rPr lang="en-US" sz="1900"/>
              <a:t>, </a:t>
            </a:r>
            <a:r>
              <a:rPr lang="en-US" sz="1900" i="1"/>
              <a:t>Organizer Management</a:t>
            </a:r>
            <a:r>
              <a:rPr lang="en-US" sz="1900"/>
              <a:t>, etc.) and its schedule across October and November.</a:t>
            </a:r>
          </a:p>
          <a:p>
            <a:r>
              <a:rPr lang="en-US" sz="1900"/>
              <a:t>It helps visualize </a:t>
            </a:r>
            <a:r>
              <a:rPr lang="en-US" sz="1900" b="1"/>
              <a:t>which epics are active during specific sprints</a:t>
            </a:r>
            <a:r>
              <a:rPr lang="en-US" sz="1900"/>
              <a:t> (EV Sprint 1–3).</a:t>
            </a:r>
          </a:p>
          <a:p>
            <a:r>
              <a:rPr lang="en-US" sz="1900"/>
              <a:t>This view ensures the team stays on track with sprint deadlines and helps with planning and resource allocation.</a:t>
            </a:r>
          </a:p>
          <a:p>
            <a:endParaRPr lang="en-US" sz="19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50BB78-B235-A3C7-791B-9E48BC0AC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67537"/>
            <a:ext cx="5150277" cy="334767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2582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DC552C-1ED0-CB31-7279-EF9B6A3A0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/>
              <a:t>Jira Project Summary Dashboard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4181F-F6BB-F326-4882-8772EDE3F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1400"/>
              <a:t>This screen summarizes the </a:t>
            </a:r>
            <a:r>
              <a:rPr lang="en-US" sz="1400" b="1"/>
              <a:t>overall project progress</a:t>
            </a:r>
            <a:r>
              <a:rPr lang="en-US" sz="1400"/>
              <a:t>.</a:t>
            </a:r>
          </a:p>
          <a:p>
            <a:r>
              <a:rPr lang="en-US" sz="1400"/>
              <a:t>It shows: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✅ </a:t>
            </a:r>
            <a:r>
              <a:rPr lang="en-US" sz="1400" b="1"/>
              <a:t>8 completed tasks</a:t>
            </a:r>
            <a:r>
              <a:rPr lang="en-US" sz="1400"/>
              <a:t> and 📋 </a:t>
            </a:r>
            <a:r>
              <a:rPr lang="en-US" sz="1400" b="1"/>
              <a:t>33 total work items.</a:t>
            </a:r>
            <a:endParaRPr lang="en-US" sz="1400"/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A </a:t>
            </a:r>
            <a:r>
              <a:rPr lang="en-US" sz="1400" b="1"/>
              <a:t>status chart</a:t>
            </a:r>
            <a:r>
              <a:rPr lang="en-US" sz="1400"/>
              <a:t> showing work distribution by progress (To Do, In Progress, Done).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/>
              <a:t>A </a:t>
            </a:r>
            <a:r>
              <a:rPr lang="en-US" sz="1400" b="1"/>
              <a:t>priority breakdown</a:t>
            </a:r>
            <a:r>
              <a:rPr lang="en-US" sz="1400"/>
              <a:t> showing most tasks have medium priority.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/>
              <a:t>Epic progress bars</a:t>
            </a:r>
            <a:r>
              <a:rPr lang="en-US" sz="1400"/>
              <a:t> for each major module like </a:t>
            </a:r>
            <a:r>
              <a:rPr lang="en-US" sz="1400" i="1"/>
              <a:t>Ticketing &amp; Payments</a:t>
            </a:r>
            <a:r>
              <a:rPr lang="en-US" sz="1400"/>
              <a:t>, </a:t>
            </a:r>
            <a:r>
              <a:rPr lang="en-US" sz="1400" i="1"/>
              <a:t>Organizer Management</a:t>
            </a:r>
            <a:r>
              <a:rPr lang="en-US" sz="1400"/>
              <a:t>, and </a:t>
            </a:r>
            <a:r>
              <a:rPr lang="en-US" sz="1400" i="1"/>
              <a:t>Notifications &amp; Communication</a:t>
            </a:r>
            <a:r>
              <a:rPr lang="en-US" sz="1400"/>
              <a:t>.</a:t>
            </a:r>
          </a:p>
          <a:p>
            <a:r>
              <a:rPr lang="en-US" sz="1400"/>
              <a:t>This view gives a </a:t>
            </a:r>
            <a:r>
              <a:rPr lang="en-US" sz="1400" b="1"/>
              <a:t>quick snapshot of the team’s productivity and project health</a:t>
            </a:r>
            <a:r>
              <a:rPr lang="en-US" sz="1400"/>
              <a:t>.</a:t>
            </a:r>
          </a:p>
          <a:p>
            <a:endParaRPr lang="en-US" sz="14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808F49-24B0-5516-DFF2-6108BC02C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67537"/>
            <a:ext cx="5150277" cy="334767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570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468</Words>
  <Application>Microsoft Macintosh PowerPoint</Application>
  <PresentationFormat>Widescreen</PresentationFormat>
  <Paragraphs>38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Jira </vt:lpstr>
      <vt:lpstr>Timeline view</vt:lpstr>
      <vt:lpstr>Backlog: Sprint 3</vt:lpstr>
      <vt:lpstr>Backlog: Sprint 2</vt:lpstr>
      <vt:lpstr>Jira Board View</vt:lpstr>
      <vt:lpstr>Jira Timeline </vt:lpstr>
      <vt:lpstr>Jira Project Summary Dashboard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Bale, Ms. Anitha Raj</dc:creator>
  <cp:lastModifiedBy>Khan, Surmed Adil</cp:lastModifiedBy>
  <cp:revision>1</cp:revision>
  <dcterms:created xsi:type="dcterms:W3CDTF">2025-10-28T01:37:55Z</dcterms:created>
  <dcterms:modified xsi:type="dcterms:W3CDTF">2025-10-28T22:08:25Z</dcterms:modified>
</cp:coreProperties>
</file>