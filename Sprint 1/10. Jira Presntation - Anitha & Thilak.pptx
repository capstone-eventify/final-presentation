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embeddedFontLst>
    <p:embeddedFont>
      <p:font typeface="Nunito" pitchFamily="2" charset="77"/>
      <p:regular r:id="rId8"/>
      <p:bold r:id="rId9"/>
      <p:italic r:id="rId10"/>
      <p:boldItalic r:id="rId11"/>
    </p:embeddedFont>
    <p:embeddedFont>
      <p:font typeface="Roboto" panose="02000000000000000000" pitchFamily="2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9"/>
  </p:normalViewPr>
  <p:slideViewPr>
    <p:cSldViewPr snapToGrid="0">
      <p:cViewPr varScale="1">
        <p:scale>
          <a:sx n="131" d="100"/>
          <a:sy n="131" d="100"/>
        </p:scale>
        <p:origin x="192" y="28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6cf2f01ace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6cf2f01ace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6cf2f01ace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6cf2f01ace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6cf2f01ace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6cf2f01ace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6cf2f01ace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6cf2f01ace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6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Google Shape;34;p2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35" name="Google Shape;35;p2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dk2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dk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body" idx="2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dk2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6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accent3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7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5" name="Google Shape;75;p7"/>
          <p:cNvSpPr txBox="1">
            <a:spLocks noGrp="1"/>
          </p:cNvSpPr>
          <p:nvPr>
            <p:ph type="body" idx="1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7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" name="Google Shape;93;p8"/>
          <p:cNvSpPr txBox="1">
            <a:spLocks noGrp="1"/>
          </p:cNvSpPr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94" name="Google Shape;94;p8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9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0" name="Google Shape;100;p9"/>
          <p:cNvSpPr txBox="1">
            <a:spLocks noGrp="1"/>
          </p:cNvSpPr>
          <p:nvPr>
            <p:ph type="subTitle" idx="1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9"/>
          <p:cNvSpPr txBox="1">
            <a:spLocks noGrp="1"/>
          </p:cNvSpPr>
          <p:nvPr>
            <p:ph type="body" idx="2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p9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accen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0"/>
          <p:cNvSpPr txBox="1">
            <a:spLocks noGrp="1"/>
          </p:cNvSpPr>
          <p:nvPr>
            <p:ph type="body" idx="1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" name="Google Shape;119;p11"/>
          <p:cNvSpPr txBox="1">
            <a:spLocks noGrp="1"/>
          </p:cNvSpPr>
          <p:nvPr>
            <p:ph type="title" hasCustomPrompt="1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>
            <a:spLocks noGrp="1"/>
          </p:cNvSpPr>
          <p:nvPr>
            <p:ph type="body" idx="1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1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hift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/>
        </p:nvSpPr>
        <p:spPr>
          <a:xfrm>
            <a:off x="1331975" y="1252100"/>
            <a:ext cx="6107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/>
              <a:t>Eventify - Jira</a:t>
            </a:r>
            <a:endParaRPr sz="2900">
              <a:solidFill>
                <a:srgbClr val="AF7B5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9" name="Google Shape;129;p13"/>
          <p:cNvSpPr txBox="1"/>
          <p:nvPr/>
        </p:nvSpPr>
        <p:spPr>
          <a:xfrm>
            <a:off x="1441326" y="2106150"/>
            <a:ext cx="5694000" cy="4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Event management and ticketing platform</a:t>
            </a:r>
            <a:endParaRPr sz="1900">
              <a:solidFill>
                <a:srgbClr val="AF7B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3"/>
          <p:cNvSpPr txBox="1"/>
          <p:nvPr/>
        </p:nvSpPr>
        <p:spPr>
          <a:xfrm>
            <a:off x="6846325" y="4118350"/>
            <a:ext cx="1592700" cy="5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Team 1</a:t>
            </a:r>
            <a:endParaRPr sz="2500">
              <a:solidFill>
                <a:srgbClr val="233A4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"/>
          <p:cNvSpPr txBox="1">
            <a:spLocks noGrp="1"/>
          </p:cNvSpPr>
          <p:nvPr>
            <p:ph type="title"/>
          </p:nvPr>
        </p:nvSpPr>
        <p:spPr>
          <a:xfrm>
            <a:off x="355350" y="872575"/>
            <a:ext cx="2524800" cy="49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Project Overview &amp; Metrics</a:t>
            </a:r>
            <a:endParaRPr sz="3600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4"/>
          <p:cNvSpPr txBox="1">
            <a:spLocks noGrp="1"/>
          </p:cNvSpPr>
          <p:nvPr>
            <p:ph type="body" idx="1"/>
          </p:nvPr>
        </p:nvSpPr>
        <p:spPr>
          <a:xfrm>
            <a:off x="355350" y="1482525"/>
            <a:ext cx="2920200" cy="33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KEY METRICS:</a:t>
            </a:r>
            <a:endParaRPr sz="1100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• 8 Items Completed (Last 7 Days)</a:t>
            </a:r>
            <a:endParaRPr sz="1100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• 22 Items Updated</a:t>
            </a:r>
            <a:endParaRPr sz="1100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• 3 New Items Created</a:t>
            </a:r>
            <a:endParaRPr sz="1000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• 2 Items Due Soon</a:t>
            </a:r>
            <a:endParaRPr sz="1100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STATUS BREAKDOWN:</a:t>
            </a:r>
            <a:endParaRPr sz="1100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33 Total Work Items</a:t>
            </a:r>
            <a:endParaRPr sz="1100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 ✓ 8 Done (24%)</a:t>
            </a:r>
            <a:endParaRPr sz="1100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 ⟳ 10 In Progress (30%)</a:t>
            </a:r>
            <a:endParaRPr sz="1100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 ⊘ 15 To Do (46%)</a:t>
            </a:r>
            <a:endParaRPr sz="1100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CURRENT PROGRESS: Sprint 2 Active</a:t>
            </a:r>
            <a:endParaRPr sz="1100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1100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9587" y="872575"/>
            <a:ext cx="5487386" cy="35662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5"/>
          <p:cNvSpPr txBox="1">
            <a:spLocks noGrp="1"/>
          </p:cNvSpPr>
          <p:nvPr>
            <p:ph type="title"/>
          </p:nvPr>
        </p:nvSpPr>
        <p:spPr>
          <a:xfrm>
            <a:off x="525950" y="851975"/>
            <a:ext cx="2124600" cy="54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Sprint 1</a:t>
            </a:r>
            <a:endParaRPr sz="1600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5050" y="273150"/>
            <a:ext cx="3836923" cy="249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9350" y="2517000"/>
            <a:ext cx="3722127" cy="2418999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5"/>
          <p:cNvSpPr txBox="1">
            <a:spLocks noGrp="1"/>
          </p:cNvSpPr>
          <p:nvPr>
            <p:ph type="body" idx="1"/>
          </p:nvPr>
        </p:nvSpPr>
        <p:spPr>
          <a:xfrm>
            <a:off x="444125" y="1520750"/>
            <a:ext cx="2378700" cy="112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Status: completed | 10 Work Items</a:t>
            </a:r>
            <a:endParaRPr sz="1100" dirty="0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146" name="Google Shape;146;p15"/>
          <p:cNvSpPr txBox="1">
            <a:spLocks noGrp="1"/>
          </p:cNvSpPr>
          <p:nvPr>
            <p:ph type="body" idx="1"/>
          </p:nvPr>
        </p:nvSpPr>
        <p:spPr>
          <a:xfrm>
            <a:off x="444125" y="2826775"/>
            <a:ext cx="3745500" cy="18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SPRINT 1 FOCUS AREAS:</a:t>
            </a:r>
            <a:endParaRPr sz="900" dirty="0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• Account Management</a:t>
            </a:r>
            <a:endParaRPr sz="900" dirty="0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 - User registration &amp; authentication</a:t>
            </a:r>
            <a:endParaRPr sz="900" dirty="0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 - Profile management</a:t>
            </a:r>
            <a:endParaRPr sz="900" dirty="0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PROGRESS: Foundation features for MVP</a:t>
            </a:r>
            <a:endParaRPr sz="900" dirty="0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>
            <a:spLocks noGrp="1"/>
          </p:cNvSpPr>
          <p:nvPr>
            <p:ph type="title"/>
          </p:nvPr>
        </p:nvSpPr>
        <p:spPr>
          <a:xfrm>
            <a:off x="525975" y="851975"/>
            <a:ext cx="2886900" cy="4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Board View - Workflow Status</a:t>
            </a:r>
            <a:endParaRPr sz="1600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6"/>
          <p:cNvSpPr txBox="1">
            <a:spLocks noGrp="1"/>
          </p:cNvSpPr>
          <p:nvPr>
            <p:ph type="body" idx="1"/>
          </p:nvPr>
        </p:nvSpPr>
        <p:spPr>
          <a:xfrm>
            <a:off x="828150" y="1644725"/>
            <a:ext cx="2886900" cy="279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User Registration &amp; Login</a:t>
            </a:r>
            <a:endParaRPr sz="1100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• Event Search &amp; Browse</a:t>
            </a:r>
            <a:endParaRPr sz="1100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• Event Details Page</a:t>
            </a:r>
            <a:endParaRPr sz="1100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• Share Events</a:t>
            </a:r>
            <a:endParaRPr sz="1100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• View Event Pricing</a:t>
            </a:r>
            <a:endParaRPr sz="1100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• Ticket Purchase Flow</a:t>
            </a:r>
            <a:endParaRPr sz="1100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• QR Code Generation</a:t>
            </a:r>
            <a:endParaRPr sz="1100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• User Profile Management</a:t>
            </a:r>
            <a:endParaRPr sz="1100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• + More foundational features</a:t>
            </a:r>
            <a:endParaRPr sz="1100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53" name="Google Shape;15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9350" y="1121175"/>
            <a:ext cx="4299300" cy="279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>
            <a:spLocks noGrp="1"/>
          </p:cNvSpPr>
          <p:nvPr>
            <p:ph type="title"/>
          </p:nvPr>
        </p:nvSpPr>
        <p:spPr>
          <a:xfrm>
            <a:off x="360275" y="807350"/>
            <a:ext cx="27621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Epic Timeline &amp; Roadmap</a:t>
            </a:r>
            <a:endParaRPr sz="1600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7"/>
          <p:cNvSpPr txBox="1">
            <a:spLocks noGrp="1"/>
          </p:cNvSpPr>
          <p:nvPr>
            <p:ph type="body" idx="1"/>
          </p:nvPr>
        </p:nvSpPr>
        <p:spPr>
          <a:xfrm>
            <a:off x="298925" y="1476225"/>
            <a:ext cx="2868000" cy="131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-GB" sz="900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TIMELINE: October 2025 - December 2025</a:t>
            </a:r>
            <a:endParaRPr sz="900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endParaRPr sz="400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-GB" sz="900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SPRINT 1 EPIC FOCUS:</a:t>
            </a:r>
            <a:endParaRPr sz="900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-GB" sz="900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1. Account Management (EV-1) █████ Completed</a:t>
            </a:r>
            <a:endParaRPr sz="900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-GB" sz="900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2. Event Browsing &amp; Discovery (EV-7) ████░░░ In Progress </a:t>
            </a:r>
            <a:endParaRPr sz="900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-GB" sz="900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3. Ticketing Foundation (EV-13) ████░░░ Starting</a:t>
            </a:r>
            <a:endParaRPr sz="900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605"/>
              <a:buNone/>
            </a:pPr>
            <a:endParaRPr sz="900"/>
          </a:p>
        </p:txBody>
      </p:sp>
      <p:pic>
        <p:nvPicPr>
          <p:cNvPr id="160" name="Google Shape;160;p17"/>
          <p:cNvPicPr preferRelativeResize="0"/>
          <p:nvPr/>
        </p:nvPicPr>
        <p:blipFill rotWithShape="1">
          <a:blip r:embed="rId3">
            <a:alphaModFix/>
          </a:blip>
          <a:srcRect t="8315"/>
          <a:stretch/>
        </p:blipFill>
        <p:spPr>
          <a:xfrm>
            <a:off x="3491425" y="201425"/>
            <a:ext cx="3872051" cy="230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 rotWithShape="1">
          <a:blip r:embed="rId4">
            <a:alphaModFix/>
          </a:blip>
          <a:srcRect t="8315"/>
          <a:stretch/>
        </p:blipFill>
        <p:spPr>
          <a:xfrm>
            <a:off x="5056725" y="2603628"/>
            <a:ext cx="3872051" cy="230722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>
            <a:spLocks noGrp="1"/>
          </p:cNvSpPr>
          <p:nvPr>
            <p:ph type="body" idx="1"/>
          </p:nvPr>
        </p:nvSpPr>
        <p:spPr>
          <a:xfrm>
            <a:off x="394500" y="2894738"/>
            <a:ext cx="2868000" cy="17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UPCOMING EPICS:</a:t>
            </a:r>
            <a:endParaRPr sz="900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4. Organizer Management (EV-19) - Sprint 2</a:t>
            </a:r>
            <a:endParaRPr sz="900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5. Notifications (EV-25) - Sprint 2</a:t>
            </a:r>
            <a:endParaRPr sz="900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00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MILESTONES:</a:t>
            </a:r>
            <a:endParaRPr sz="900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• Complete user authentication</a:t>
            </a:r>
            <a:endParaRPr sz="900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• Launch event discovery features</a:t>
            </a:r>
            <a:endParaRPr sz="900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• Basic ticketing system operational</a:t>
            </a:r>
            <a:endParaRPr sz="900">
              <a:solidFill>
                <a:srgbClr val="18181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235</Words>
  <Application>Microsoft Macintosh PowerPoint</Application>
  <PresentationFormat>On-screen Show (16:9)</PresentationFormat>
  <Paragraphs>49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Calibri</vt:lpstr>
      <vt:lpstr>Nunito</vt:lpstr>
      <vt:lpstr>Arial</vt:lpstr>
      <vt:lpstr>Roboto</vt:lpstr>
      <vt:lpstr>Shift</vt:lpstr>
      <vt:lpstr>PowerPoint Presentation</vt:lpstr>
      <vt:lpstr>Project Overview &amp; Metrics</vt:lpstr>
      <vt:lpstr>Sprint 1</vt:lpstr>
      <vt:lpstr>Board View - Workflow Status</vt:lpstr>
      <vt:lpstr>Epic Timeline &amp; Roadmap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Khan, Surmed Adil</cp:lastModifiedBy>
  <cp:revision>1</cp:revision>
  <dcterms:modified xsi:type="dcterms:W3CDTF">2025-10-28T23:38:24Z</dcterms:modified>
</cp:coreProperties>
</file>